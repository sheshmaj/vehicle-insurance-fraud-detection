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97" r:id="rId2"/>
    <p:sldId id="262" r:id="rId3"/>
    <p:sldId id="270" r:id="rId4"/>
    <p:sldId id="272" r:id="rId5"/>
    <p:sldId id="301" r:id="rId6"/>
    <p:sldId id="274" r:id="rId7"/>
    <p:sldId id="315" r:id="rId8"/>
    <p:sldId id="289" r:id="rId9"/>
    <p:sldId id="291" r:id="rId10"/>
    <p:sldId id="266" r:id="rId11"/>
    <p:sldId id="276" r:id="rId12"/>
    <p:sldId id="302" r:id="rId13"/>
    <p:sldId id="281" r:id="rId14"/>
    <p:sldId id="294" r:id="rId15"/>
    <p:sldId id="277" r:id="rId16"/>
    <p:sldId id="286" r:id="rId17"/>
    <p:sldId id="279" r:id="rId18"/>
    <p:sldId id="285" r:id="rId19"/>
    <p:sldId id="314" r:id="rId20"/>
    <p:sldId id="259" r:id="rId21"/>
    <p:sldId id="287" r:id="rId22"/>
    <p:sldId id="288" r:id="rId23"/>
    <p:sldId id="284" r:id="rId24"/>
    <p:sldId id="293" r:id="rId25"/>
    <p:sldId id="303" r:id="rId26"/>
    <p:sldId id="304" r:id="rId27"/>
    <p:sldId id="305" r:id="rId28"/>
    <p:sldId id="306" r:id="rId29"/>
    <p:sldId id="307" r:id="rId30"/>
    <p:sldId id="308" r:id="rId31"/>
    <p:sldId id="260" r:id="rId32"/>
    <p:sldId id="311" r:id="rId33"/>
    <p:sldId id="3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218C38-0527-4B64-863B-6EA7A285FD82}" v="418" dt="2025-10-20T17:52:29.0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99" autoAdjust="0"/>
    <p:restoredTop sz="94660"/>
  </p:normalViewPr>
  <p:slideViewPr>
    <p:cSldViewPr snapToGrid="0">
      <p:cViewPr varScale="1">
        <p:scale>
          <a:sx n="97" d="100"/>
          <a:sy n="97" d="100"/>
        </p:scale>
        <p:origin x="130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shma Sandeep" userId="549464f3d60f43ee" providerId="LiveId" clId="{DD3D53D7-52EC-4633-B1E6-936D9F6C359D}"/>
    <pc:docChg chg="undo redo custSel addSld delSld modSld sldOrd modMainMaster">
      <pc:chgData name="Sheshma Sandeep" userId="549464f3d60f43ee" providerId="LiveId" clId="{DD3D53D7-52EC-4633-B1E6-936D9F6C359D}" dt="2025-10-20T18:06:11.814" v="6294" actId="47"/>
      <pc:docMkLst>
        <pc:docMk/>
      </pc:docMkLst>
      <pc:sldChg chg="modSp del mod setBg">
        <pc:chgData name="Sheshma Sandeep" userId="549464f3d60f43ee" providerId="LiveId" clId="{DD3D53D7-52EC-4633-B1E6-936D9F6C359D}" dt="2025-10-17T20:37:30.392" v="6158" actId="47"/>
        <pc:sldMkLst>
          <pc:docMk/>
          <pc:sldMk cId="109857222" sldId="256"/>
        </pc:sldMkLst>
      </pc:sldChg>
      <pc:sldChg chg="addSp delSp modSp del mod ord setBg">
        <pc:chgData name="Sheshma Sandeep" userId="549464f3d60f43ee" providerId="LiveId" clId="{DD3D53D7-52EC-4633-B1E6-936D9F6C359D}" dt="2025-10-14T15:57:42.045" v="2868" actId="47"/>
        <pc:sldMkLst>
          <pc:docMk/>
          <pc:sldMk cId="342989653" sldId="257"/>
        </pc:sldMkLst>
      </pc:sldChg>
      <pc:sldChg chg="modSp del mod setBg">
        <pc:chgData name="Sheshma Sandeep" userId="549464f3d60f43ee" providerId="LiveId" clId="{DD3D53D7-52EC-4633-B1E6-936D9F6C359D}" dt="2025-10-20T17:19:30.455" v="6231" actId="47"/>
        <pc:sldMkLst>
          <pc:docMk/>
          <pc:sldMk cId="1329567872" sldId="258"/>
        </pc:sldMkLst>
      </pc:sldChg>
      <pc:sldChg chg="addSp delSp modSp mod ord setBg setFolMasterObjs delDesignElem chgLayout">
        <pc:chgData name="Sheshma Sandeep" userId="549464f3d60f43ee" providerId="LiveId" clId="{DD3D53D7-52EC-4633-B1E6-936D9F6C359D}" dt="2025-10-18T19:05:48.296" v="6215" actId="14100"/>
        <pc:sldMkLst>
          <pc:docMk/>
          <pc:sldMk cId="434280800" sldId="259"/>
        </pc:sldMkLst>
        <pc:spChg chg="mod ord">
          <ac:chgData name="Sheshma Sandeep" userId="549464f3d60f43ee" providerId="LiveId" clId="{DD3D53D7-52EC-4633-B1E6-936D9F6C359D}" dt="2025-10-18T00:23:47.265" v="6206" actId="27636"/>
          <ac:spMkLst>
            <pc:docMk/>
            <pc:sldMk cId="434280800" sldId="259"/>
            <ac:spMk id="2" creationId="{01B8850C-89DF-9CC2-3F5E-AD36C1FBE462}"/>
          </ac:spMkLst>
        </pc:spChg>
        <pc:spChg chg="add">
          <ac:chgData name="Sheshma Sandeep" userId="549464f3d60f43ee" providerId="LiveId" clId="{DD3D53D7-52EC-4633-B1E6-936D9F6C359D}" dt="2025-10-14T16:49:54.428" v="2955" actId="26606"/>
          <ac:spMkLst>
            <pc:docMk/>
            <pc:sldMk cId="434280800" sldId="259"/>
            <ac:spMk id="43" creationId="{D7A453D2-15D8-4403-815F-291FA16340D9}"/>
          </ac:spMkLst>
        </pc:spChg>
        <pc:spChg chg="add">
          <ac:chgData name="Sheshma Sandeep" userId="549464f3d60f43ee" providerId="LiveId" clId="{DD3D53D7-52EC-4633-B1E6-936D9F6C359D}" dt="2025-10-14T16:49:54.428" v="2955" actId="26606"/>
          <ac:spMkLst>
            <pc:docMk/>
            <pc:sldMk cId="434280800" sldId="259"/>
            <ac:spMk id="45" creationId="{8161EA6B-09CA-445B-AB0D-8DF76FA92DEF}"/>
          </ac:spMkLst>
        </pc:spChg>
        <pc:spChg chg="add">
          <ac:chgData name="Sheshma Sandeep" userId="549464f3d60f43ee" providerId="LiveId" clId="{DD3D53D7-52EC-4633-B1E6-936D9F6C359D}" dt="2025-10-14T16:49:54.428" v="2955" actId="26606"/>
          <ac:spMkLst>
            <pc:docMk/>
            <pc:sldMk cId="434280800" sldId="259"/>
            <ac:spMk id="55" creationId="{B8114C98-A349-4111-A123-E8EAB86ABE30}"/>
          </ac:spMkLst>
        </pc:spChg>
        <pc:spChg chg="add">
          <ac:chgData name="Sheshma Sandeep" userId="549464f3d60f43ee" providerId="LiveId" clId="{DD3D53D7-52EC-4633-B1E6-936D9F6C359D}" dt="2025-10-14T16:49:54.428" v="2955" actId="26606"/>
          <ac:spMkLst>
            <pc:docMk/>
            <pc:sldMk cId="434280800" sldId="259"/>
            <ac:spMk id="63" creationId="{E2D3D3F2-ABBB-4453-B1C5-1BEBF7E4DD56}"/>
          </ac:spMkLst>
        </pc:spChg>
        <pc:grpChg chg="add">
          <ac:chgData name="Sheshma Sandeep" userId="549464f3d60f43ee" providerId="LiveId" clId="{DD3D53D7-52EC-4633-B1E6-936D9F6C359D}" dt="2025-10-14T16:49:54.428" v="2955" actId="26606"/>
          <ac:grpSpMkLst>
            <pc:docMk/>
            <pc:sldMk cId="434280800" sldId="259"/>
            <ac:grpSpMk id="57" creationId="{670FB431-AE18-414D-92F4-1D12D1991152}"/>
          </ac:grpSpMkLst>
        </pc:grpChg>
        <pc:picChg chg="add mod">
          <ac:chgData name="Sheshma Sandeep" userId="549464f3d60f43ee" providerId="LiveId" clId="{DD3D53D7-52EC-4633-B1E6-936D9F6C359D}" dt="2025-10-18T19:05:48.296" v="6215" actId="14100"/>
          <ac:picMkLst>
            <pc:docMk/>
            <pc:sldMk cId="434280800" sldId="259"/>
            <ac:picMk id="4" creationId="{FA78477F-CC64-7025-363C-8C1ED23E5CCD}"/>
          </ac:picMkLst>
        </pc:picChg>
      </pc:sldChg>
      <pc:sldChg chg="addSp delSp modSp mod setBg">
        <pc:chgData name="Sheshma Sandeep" userId="549464f3d60f43ee" providerId="LiveId" clId="{DD3D53D7-52EC-4633-B1E6-936D9F6C359D}" dt="2025-10-20T17:19:16.049" v="6230" actId="20577"/>
        <pc:sldMkLst>
          <pc:docMk/>
          <pc:sldMk cId="724308515" sldId="260"/>
        </pc:sldMkLst>
        <pc:spChg chg="mod">
          <ac:chgData name="Sheshma Sandeep" userId="549464f3d60f43ee" providerId="LiveId" clId="{DD3D53D7-52EC-4633-B1E6-936D9F6C359D}" dt="2025-10-17T19:26:18.435" v="5860" actId="26606"/>
          <ac:spMkLst>
            <pc:docMk/>
            <pc:sldMk cId="724308515" sldId="260"/>
            <ac:spMk id="2" creationId="{03F41CEC-7E17-DBF3-FD81-199D021B0FA2}"/>
          </ac:spMkLst>
        </pc:spChg>
        <pc:spChg chg="add">
          <ac:chgData name="Sheshma Sandeep" userId="549464f3d60f43ee" providerId="LiveId" clId="{DD3D53D7-52EC-4633-B1E6-936D9F6C359D}" dt="2025-10-17T19:26:18.435" v="5860" actId="26606"/>
          <ac:spMkLst>
            <pc:docMk/>
            <pc:sldMk cId="724308515" sldId="260"/>
            <ac:spMk id="59" creationId="{BACC6370-2D7E-4714-9D71-7542949D7D5D}"/>
          </ac:spMkLst>
        </pc:spChg>
        <pc:spChg chg="add">
          <ac:chgData name="Sheshma Sandeep" userId="549464f3d60f43ee" providerId="LiveId" clId="{DD3D53D7-52EC-4633-B1E6-936D9F6C359D}" dt="2025-10-17T19:26:18.435" v="5860" actId="26606"/>
          <ac:spMkLst>
            <pc:docMk/>
            <pc:sldMk cId="724308515" sldId="260"/>
            <ac:spMk id="61" creationId="{F68B3F68-107C-434F-AA38-110D5EA91B85}"/>
          </ac:spMkLst>
        </pc:spChg>
        <pc:spChg chg="add">
          <ac:chgData name="Sheshma Sandeep" userId="549464f3d60f43ee" providerId="LiveId" clId="{DD3D53D7-52EC-4633-B1E6-936D9F6C359D}" dt="2025-10-17T19:26:18.435" v="5860" actId="26606"/>
          <ac:spMkLst>
            <pc:docMk/>
            <pc:sldMk cId="724308515" sldId="260"/>
            <ac:spMk id="63" creationId="{AAD0DBB9-1A4B-4391-81D4-CB19F9AB918A}"/>
          </ac:spMkLst>
        </pc:spChg>
        <pc:spChg chg="add">
          <ac:chgData name="Sheshma Sandeep" userId="549464f3d60f43ee" providerId="LiveId" clId="{DD3D53D7-52EC-4633-B1E6-936D9F6C359D}" dt="2025-10-17T19:26:18.435" v="5860" actId="26606"/>
          <ac:spMkLst>
            <pc:docMk/>
            <pc:sldMk cId="724308515" sldId="260"/>
            <ac:spMk id="65" creationId="{063BBA22-50EA-4C4D-BE05-F1CE4E63AA56}"/>
          </ac:spMkLst>
        </pc:spChg>
        <pc:graphicFrameChg chg="modGraphic">
          <ac:chgData name="Sheshma Sandeep" userId="549464f3d60f43ee" providerId="LiveId" clId="{DD3D53D7-52EC-4633-B1E6-936D9F6C359D}" dt="2025-10-20T17:19:16.049" v="6230" actId="20577"/>
          <ac:graphicFrameMkLst>
            <pc:docMk/>
            <pc:sldMk cId="724308515" sldId="260"/>
            <ac:graphicFrameMk id="54" creationId="{E86EDE5F-9E51-F848-3498-3A369393EC98}"/>
          </ac:graphicFrameMkLst>
        </pc:graphicFrameChg>
      </pc:sldChg>
      <pc:sldChg chg="addSp delSp modSp del mod setBg">
        <pc:chgData name="Sheshma Sandeep" userId="549464f3d60f43ee" providerId="LiveId" clId="{DD3D53D7-52EC-4633-B1E6-936D9F6C359D}" dt="2025-10-20T17:19:41.093" v="6232" actId="47"/>
        <pc:sldMkLst>
          <pc:docMk/>
          <pc:sldMk cId="1806235226" sldId="261"/>
        </pc:sldMkLst>
      </pc:sldChg>
      <pc:sldChg chg="addSp delSp modSp mod setBg">
        <pc:chgData name="Sheshma Sandeep" userId="549464f3d60f43ee" providerId="LiveId" clId="{DD3D53D7-52EC-4633-B1E6-936D9F6C359D}" dt="2025-10-17T20:39:02.740" v="6188"/>
        <pc:sldMkLst>
          <pc:docMk/>
          <pc:sldMk cId="1991527030" sldId="262"/>
        </pc:sldMkLst>
        <pc:graphicFrameChg chg="mod">
          <ac:chgData name="Sheshma Sandeep" userId="549464f3d60f43ee" providerId="LiveId" clId="{DD3D53D7-52EC-4633-B1E6-936D9F6C359D}" dt="2025-10-12T06:12:32.141" v="356" actId="313"/>
          <ac:graphicFrameMkLst>
            <pc:docMk/>
            <pc:sldMk cId="1991527030" sldId="262"/>
            <ac:graphicFrameMk id="5" creationId="{9E4A94A9-14E8-DE62-FED6-F304F4682FDD}"/>
          </ac:graphicFrameMkLst>
        </pc:graphicFrameChg>
        <pc:picChg chg="add mod">
          <ac:chgData name="Sheshma Sandeep" userId="549464f3d60f43ee" providerId="LiveId" clId="{DD3D53D7-52EC-4633-B1E6-936D9F6C359D}" dt="2025-10-17T19:18:54.710" v="5757" actId="1076"/>
          <ac:picMkLst>
            <pc:docMk/>
            <pc:sldMk cId="1991527030" sldId="262"/>
            <ac:picMk id="3" creationId="{74A00F6C-DB20-6A73-A6C7-3276894B8AFF}"/>
          </ac:picMkLst>
        </pc:picChg>
        <pc:picChg chg="add mod">
          <ac:chgData name="Sheshma Sandeep" userId="549464f3d60f43ee" providerId="LiveId" clId="{DD3D53D7-52EC-4633-B1E6-936D9F6C359D}" dt="2025-10-12T06:11:48.709" v="352" actId="207"/>
          <ac:picMkLst>
            <pc:docMk/>
            <pc:sldMk cId="1991527030" sldId="262"/>
            <ac:picMk id="6" creationId="{D0E1B187-50AC-BD06-C879-56BA63C7B8D1}"/>
          </ac:picMkLst>
        </pc:picChg>
        <pc:picChg chg="mod">
          <ac:chgData name="Sheshma Sandeep" userId="549464f3d60f43ee" providerId="LiveId" clId="{DD3D53D7-52EC-4633-B1E6-936D9F6C359D}" dt="2025-10-12T06:09:48.022" v="333" actId="1076"/>
          <ac:picMkLst>
            <pc:docMk/>
            <pc:sldMk cId="1991527030" sldId="262"/>
            <ac:picMk id="319" creationId="{599BABE8-FA4F-BF33-8B7C-141D7313761E}"/>
          </ac:picMkLst>
        </pc:picChg>
      </pc:sldChg>
      <pc:sldChg chg="addSp delSp modSp del mod">
        <pc:chgData name="Sheshma Sandeep" userId="549464f3d60f43ee" providerId="LiveId" clId="{DD3D53D7-52EC-4633-B1E6-936D9F6C359D}" dt="2025-10-13T04:03:54.727" v="2336" actId="47"/>
        <pc:sldMkLst>
          <pc:docMk/>
          <pc:sldMk cId="1346034416" sldId="263"/>
        </pc:sldMkLst>
      </pc:sldChg>
      <pc:sldChg chg="del">
        <pc:chgData name="Sheshma Sandeep" userId="549464f3d60f43ee" providerId="LiveId" clId="{DD3D53D7-52EC-4633-B1E6-936D9F6C359D}" dt="2025-10-17T04:49:29.947" v="3938" actId="47"/>
        <pc:sldMkLst>
          <pc:docMk/>
          <pc:sldMk cId="1314577811" sldId="264"/>
        </pc:sldMkLst>
      </pc:sldChg>
      <pc:sldChg chg="del setBg">
        <pc:chgData name="Sheshma Sandeep" userId="549464f3d60f43ee" providerId="LiveId" clId="{DD3D53D7-52EC-4633-B1E6-936D9F6C359D}" dt="2025-10-17T04:49:32.727" v="3939" actId="47"/>
        <pc:sldMkLst>
          <pc:docMk/>
          <pc:sldMk cId="1076930514" sldId="265"/>
        </pc:sldMkLst>
      </pc:sldChg>
      <pc:sldChg chg="addSp delSp modSp mod ord setBg delAnim">
        <pc:chgData name="Sheshma Sandeep" userId="549464f3d60f43ee" providerId="LiveId" clId="{DD3D53D7-52EC-4633-B1E6-936D9F6C359D}" dt="2025-10-17T23:57:05.474" v="6198" actId="478"/>
        <pc:sldMkLst>
          <pc:docMk/>
          <pc:sldMk cId="760202192" sldId="266"/>
        </pc:sldMkLst>
        <pc:spChg chg="mod">
          <ac:chgData name="Sheshma Sandeep" userId="549464f3d60f43ee" providerId="LiveId" clId="{DD3D53D7-52EC-4633-B1E6-936D9F6C359D}" dt="2025-10-17T20:40:11.541" v="6190" actId="255"/>
          <ac:spMkLst>
            <pc:docMk/>
            <pc:sldMk cId="760202192" sldId="266"/>
            <ac:spMk id="2" creationId="{E71BAF08-674A-3679-2163-7E7F2A09955B}"/>
          </ac:spMkLst>
        </pc:spChg>
        <pc:spChg chg="add">
          <ac:chgData name="Sheshma Sandeep" userId="549464f3d60f43ee" providerId="LiveId" clId="{DD3D53D7-52EC-4633-B1E6-936D9F6C359D}" dt="2025-10-12T20:36:32.632" v="1560" actId="26606"/>
          <ac:spMkLst>
            <pc:docMk/>
            <pc:sldMk cId="760202192" sldId="266"/>
            <ac:spMk id="21" creationId="{BACC6370-2D7E-4714-9D71-7542949D7D5D}"/>
          </ac:spMkLst>
        </pc:spChg>
        <pc:spChg chg="add">
          <ac:chgData name="Sheshma Sandeep" userId="549464f3d60f43ee" providerId="LiveId" clId="{DD3D53D7-52EC-4633-B1E6-936D9F6C359D}" dt="2025-10-12T20:36:32.632" v="1560" actId="26606"/>
          <ac:spMkLst>
            <pc:docMk/>
            <pc:sldMk cId="760202192" sldId="266"/>
            <ac:spMk id="23" creationId="{F68B3F68-107C-434F-AA38-110D5EA91B85}"/>
          </ac:spMkLst>
        </pc:spChg>
        <pc:spChg chg="add">
          <ac:chgData name="Sheshma Sandeep" userId="549464f3d60f43ee" providerId="LiveId" clId="{DD3D53D7-52EC-4633-B1E6-936D9F6C359D}" dt="2025-10-12T20:36:32.632" v="1560" actId="26606"/>
          <ac:spMkLst>
            <pc:docMk/>
            <pc:sldMk cId="760202192" sldId="266"/>
            <ac:spMk id="25" creationId="{AAD0DBB9-1A4B-4391-81D4-CB19F9AB918A}"/>
          </ac:spMkLst>
        </pc:spChg>
        <pc:spChg chg="add">
          <ac:chgData name="Sheshma Sandeep" userId="549464f3d60f43ee" providerId="LiveId" clId="{DD3D53D7-52EC-4633-B1E6-936D9F6C359D}" dt="2025-10-12T20:36:32.632" v="1560" actId="26606"/>
          <ac:spMkLst>
            <pc:docMk/>
            <pc:sldMk cId="760202192" sldId="266"/>
            <ac:spMk id="27" creationId="{063BBA22-50EA-4C4D-BE05-F1CE4E63AA56}"/>
          </ac:spMkLst>
        </pc:spChg>
        <pc:graphicFrameChg chg="add mod modGraphic">
          <ac:chgData name="Sheshma Sandeep" userId="549464f3d60f43ee" providerId="LiveId" clId="{DD3D53D7-52EC-4633-B1E6-936D9F6C359D}" dt="2025-10-12T20:36:32.632" v="1560" actId="26606"/>
          <ac:graphicFrameMkLst>
            <pc:docMk/>
            <pc:sldMk cId="760202192" sldId="266"/>
            <ac:graphicFrameMk id="6" creationId="{9E421DA1-361F-A6C0-7F3A-74FC52567A82}"/>
          </ac:graphicFrameMkLst>
        </pc:graphicFrameChg>
      </pc:sldChg>
      <pc:sldChg chg="del">
        <pc:chgData name="Sheshma Sandeep" userId="549464f3d60f43ee" providerId="LiveId" clId="{DD3D53D7-52EC-4633-B1E6-936D9F6C359D}" dt="2025-10-12T05:56:22.409" v="148" actId="47"/>
        <pc:sldMkLst>
          <pc:docMk/>
          <pc:sldMk cId="2673167468" sldId="267"/>
        </pc:sldMkLst>
      </pc:sldChg>
      <pc:sldChg chg="addSp modSp del mod">
        <pc:chgData name="Sheshma Sandeep" userId="549464f3d60f43ee" providerId="LiveId" clId="{DD3D53D7-52EC-4633-B1E6-936D9F6C359D}" dt="2025-10-12T06:14:02.730" v="517" actId="47"/>
        <pc:sldMkLst>
          <pc:docMk/>
          <pc:sldMk cId="949867207" sldId="268"/>
        </pc:sldMkLst>
      </pc:sldChg>
      <pc:sldChg chg="addSp delSp modSp new del mod ord">
        <pc:chgData name="Sheshma Sandeep" userId="549464f3d60f43ee" providerId="LiveId" clId="{DD3D53D7-52EC-4633-B1E6-936D9F6C359D}" dt="2025-10-17T04:49:19.131" v="3937" actId="47"/>
        <pc:sldMkLst>
          <pc:docMk/>
          <pc:sldMk cId="968989984" sldId="269"/>
        </pc:sldMkLst>
      </pc:sldChg>
      <pc:sldChg chg="addSp delSp modSp add mod setBg">
        <pc:chgData name="Sheshma Sandeep" userId="549464f3d60f43ee" providerId="LiveId" clId="{DD3D53D7-52EC-4633-B1E6-936D9F6C359D}" dt="2025-10-17T20:41:30.071" v="6193" actId="403"/>
        <pc:sldMkLst>
          <pc:docMk/>
          <pc:sldMk cId="3997033007" sldId="270"/>
        </pc:sldMkLst>
        <pc:spChg chg="add mod">
          <ac:chgData name="Sheshma Sandeep" userId="549464f3d60f43ee" providerId="LiveId" clId="{DD3D53D7-52EC-4633-B1E6-936D9F6C359D}" dt="2025-10-12T06:48:11.131" v="1093" actId="20577"/>
          <ac:spMkLst>
            <pc:docMk/>
            <pc:sldMk cId="3997033007" sldId="270"/>
            <ac:spMk id="4" creationId="{6AD780B2-3D52-7EFB-D0ED-1591AD7309CB}"/>
          </ac:spMkLst>
        </pc:spChg>
        <pc:spChg chg="mod">
          <ac:chgData name="Sheshma Sandeep" userId="549464f3d60f43ee" providerId="LiveId" clId="{DD3D53D7-52EC-4633-B1E6-936D9F6C359D}" dt="2025-10-17T20:17:19.235" v="5970" actId="20577"/>
          <ac:spMkLst>
            <pc:docMk/>
            <pc:sldMk cId="3997033007" sldId="270"/>
            <ac:spMk id="5" creationId="{7232EE01-BB23-32ED-4667-BF8647286980}"/>
          </ac:spMkLst>
        </pc:spChg>
        <pc:spChg chg="add mod">
          <ac:chgData name="Sheshma Sandeep" userId="549464f3d60f43ee" providerId="LiveId" clId="{DD3D53D7-52EC-4633-B1E6-936D9F6C359D}" dt="2025-10-12T06:47:54.406" v="1091" actId="1076"/>
          <ac:spMkLst>
            <pc:docMk/>
            <pc:sldMk cId="3997033007" sldId="270"/>
            <ac:spMk id="8" creationId="{FA45AD99-D5A0-3A0A-14C6-2CBB2AFECAEC}"/>
          </ac:spMkLst>
        </pc:spChg>
        <pc:spChg chg="add mod">
          <ac:chgData name="Sheshma Sandeep" userId="549464f3d60f43ee" providerId="LiveId" clId="{DD3D53D7-52EC-4633-B1E6-936D9F6C359D}" dt="2025-10-12T06:47:54.406" v="1091" actId="1076"/>
          <ac:spMkLst>
            <pc:docMk/>
            <pc:sldMk cId="3997033007" sldId="270"/>
            <ac:spMk id="10" creationId="{ECB84037-07AC-75DE-8144-CE46B8FD8B49}"/>
          </ac:spMkLst>
        </pc:spChg>
        <pc:spChg chg="add mod">
          <ac:chgData name="Sheshma Sandeep" userId="549464f3d60f43ee" providerId="LiveId" clId="{DD3D53D7-52EC-4633-B1E6-936D9F6C359D}" dt="2025-10-12T06:48:31.706" v="1097" actId="1076"/>
          <ac:spMkLst>
            <pc:docMk/>
            <pc:sldMk cId="3997033007" sldId="270"/>
            <ac:spMk id="11" creationId="{3CFF3461-7466-0151-43A3-CDCDABD70154}"/>
          </ac:spMkLst>
        </pc:spChg>
        <pc:spChg chg="add mod">
          <ac:chgData name="Sheshma Sandeep" userId="549464f3d60f43ee" providerId="LiveId" clId="{DD3D53D7-52EC-4633-B1E6-936D9F6C359D}" dt="2025-10-17T20:41:30.071" v="6193" actId="403"/>
          <ac:spMkLst>
            <pc:docMk/>
            <pc:sldMk cId="3997033007" sldId="270"/>
            <ac:spMk id="20" creationId="{BC608302-6941-5CCA-584D-B0522C005177}"/>
          </ac:spMkLst>
        </pc:spChg>
        <pc:picChg chg="add mod">
          <ac:chgData name="Sheshma Sandeep" userId="549464f3d60f43ee" providerId="LiveId" clId="{DD3D53D7-52EC-4633-B1E6-936D9F6C359D}" dt="2025-10-12T06:47:54.406" v="1091" actId="1076"/>
          <ac:picMkLst>
            <pc:docMk/>
            <pc:sldMk cId="3997033007" sldId="270"/>
            <ac:picMk id="13" creationId="{82EB220D-B16F-EAFA-111A-439F5B0131A8}"/>
          </ac:picMkLst>
        </pc:picChg>
        <pc:picChg chg="add mod">
          <ac:chgData name="Sheshma Sandeep" userId="549464f3d60f43ee" providerId="LiveId" clId="{DD3D53D7-52EC-4633-B1E6-936D9F6C359D}" dt="2025-10-12T06:47:54.406" v="1091" actId="1076"/>
          <ac:picMkLst>
            <pc:docMk/>
            <pc:sldMk cId="3997033007" sldId="270"/>
            <ac:picMk id="15" creationId="{46642B74-9710-E72B-26DA-220FE17C12C2}"/>
          </ac:picMkLst>
        </pc:picChg>
        <pc:picChg chg="add mod">
          <ac:chgData name="Sheshma Sandeep" userId="549464f3d60f43ee" providerId="LiveId" clId="{DD3D53D7-52EC-4633-B1E6-936D9F6C359D}" dt="2025-10-12T06:48:28.896" v="1096" actId="1076"/>
          <ac:picMkLst>
            <pc:docMk/>
            <pc:sldMk cId="3997033007" sldId="270"/>
            <ac:picMk id="17" creationId="{607DF471-0DF1-8CA1-A373-255AB1BA6ECC}"/>
          </ac:picMkLst>
        </pc:picChg>
        <pc:picChg chg="add mod">
          <ac:chgData name="Sheshma Sandeep" userId="549464f3d60f43ee" providerId="LiveId" clId="{DD3D53D7-52EC-4633-B1E6-936D9F6C359D}" dt="2025-10-12T06:47:54.406" v="1091" actId="1076"/>
          <ac:picMkLst>
            <pc:docMk/>
            <pc:sldMk cId="3997033007" sldId="270"/>
            <ac:picMk id="19" creationId="{12BF03C7-4460-2D3E-8E9E-94DFD10E743B}"/>
          </ac:picMkLst>
        </pc:picChg>
      </pc:sldChg>
      <pc:sldChg chg="new del">
        <pc:chgData name="Sheshma Sandeep" userId="549464f3d60f43ee" providerId="LiveId" clId="{DD3D53D7-52EC-4633-B1E6-936D9F6C359D}" dt="2025-10-12T06:17:34.485" v="528" actId="680"/>
        <pc:sldMkLst>
          <pc:docMk/>
          <pc:sldMk cId="1434431838" sldId="271"/>
        </pc:sldMkLst>
      </pc:sldChg>
      <pc:sldChg chg="addSp delSp modSp add del mod setBg">
        <pc:chgData name="Sheshma Sandeep" userId="549464f3d60f43ee" providerId="LiveId" clId="{DD3D53D7-52EC-4633-B1E6-936D9F6C359D}" dt="2025-10-12T06:47:33.019" v="1090" actId="47"/>
        <pc:sldMkLst>
          <pc:docMk/>
          <pc:sldMk cId="2162091238" sldId="271"/>
        </pc:sldMkLst>
      </pc:sldChg>
      <pc:sldChg chg="addSp delSp modSp add mod setBg">
        <pc:chgData name="Sheshma Sandeep" userId="549464f3d60f43ee" providerId="LiveId" clId="{DD3D53D7-52EC-4633-B1E6-936D9F6C359D}" dt="2025-10-17T20:39:02.740" v="6188"/>
        <pc:sldMkLst>
          <pc:docMk/>
          <pc:sldMk cId="3202370479" sldId="272"/>
        </pc:sldMkLst>
        <pc:spChg chg="mod">
          <ac:chgData name="Sheshma Sandeep" userId="549464f3d60f43ee" providerId="LiveId" clId="{DD3D53D7-52EC-4633-B1E6-936D9F6C359D}" dt="2025-10-12T06:49:09.470" v="1100" actId="207"/>
          <ac:spMkLst>
            <pc:docMk/>
            <pc:sldMk cId="3202370479" sldId="272"/>
            <ac:spMk id="6" creationId="{6B954EBB-4223-7BF6-5F83-226F3A15E3D3}"/>
          </ac:spMkLst>
        </pc:spChg>
        <pc:spChg chg="add mod">
          <ac:chgData name="Sheshma Sandeep" userId="549464f3d60f43ee" providerId="LiveId" clId="{DD3D53D7-52EC-4633-B1E6-936D9F6C359D}" dt="2025-10-12T06:47:17" v="1089" actId="113"/>
          <ac:spMkLst>
            <pc:docMk/>
            <pc:sldMk cId="3202370479" sldId="272"/>
            <ac:spMk id="7" creationId="{8BCC54BE-96CD-2706-DD4C-9D27EEE1AB3F}"/>
          </ac:spMkLst>
        </pc:spChg>
        <pc:spChg chg="mod">
          <ac:chgData name="Sheshma Sandeep" userId="549464f3d60f43ee" providerId="LiveId" clId="{DD3D53D7-52EC-4633-B1E6-936D9F6C359D}" dt="2025-10-13T02:58:19.763" v="2185" actId="20577"/>
          <ac:spMkLst>
            <pc:docMk/>
            <pc:sldMk cId="3202370479" sldId="272"/>
            <ac:spMk id="20" creationId="{F45F5E86-B6EC-8988-2051-E3A70F2DD70B}"/>
          </ac:spMkLst>
        </pc:spChg>
        <pc:graphicFrameChg chg="add mod modGraphic">
          <ac:chgData name="Sheshma Sandeep" userId="549464f3d60f43ee" providerId="LiveId" clId="{DD3D53D7-52EC-4633-B1E6-936D9F6C359D}" dt="2025-10-12T06:42:30.486" v="999" actId="1037"/>
          <ac:graphicFrameMkLst>
            <pc:docMk/>
            <pc:sldMk cId="3202370479" sldId="272"/>
            <ac:graphicFrameMk id="3" creationId="{910EB314-78D9-5532-1F63-EB5F5C360AA7}"/>
          </ac:graphicFrameMkLst>
        </pc:graphicFrameChg>
      </pc:sldChg>
      <pc:sldChg chg="addSp delSp modSp add del mod ord modTransition setBg">
        <pc:chgData name="Sheshma Sandeep" userId="549464f3d60f43ee" providerId="LiveId" clId="{DD3D53D7-52EC-4633-B1E6-936D9F6C359D}" dt="2025-10-17T19:20:19.346" v="5760" actId="47"/>
        <pc:sldMkLst>
          <pc:docMk/>
          <pc:sldMk cId="2320837557" sldId="273"/>
        </pc:sldMkLst>
      </pc:sldChg>
      <pc:sldChg chg="addSp delSp modSp add mod modTransition setBg delAnim">
        <pc:chgData name="Sheshma Sandeep" userId="549464f3d60f43ee" providerId="LiveId" clId="{DD3D53D7-52EC-4633-B1E6-936D9F6C359D}" dt="2025-10-17T22:06:15.649" v="6195" actId="478"/>
        <pc:sldMkLst>
          <pc:docMk/>
          <pc:sldMk cId="112220709" sldId="274"/>
        </pc:sldMkLst>
        <pc:spChg chg="mod">
          <ac:chgData name="Sheshma Sandeep" userId="549464f3d60f43ee" providerId="LiveId" clId="{DD3D53D7-52EC-4633-B1E6-936D9F6C359D}" dt="2025-10-12T18:14:11.116" v="1320" actId="26606"/>
          <ac:spMkLst>
            <pc:docMk/>
            <pc:sldMk cId="112220709" sldId="274"/>
            <ac:spMk id="2" creationId="{0198C552-D56F-D4CF-E124-5557713B622A}"/>
          </ac:spMkLst>
        </pc:spChg>
        <pc:spChg chg="mod ord">
          <ac:chgData name="Sheshma Sandeep" userId="549464f3d60f43ee" providerId="LiveId" clId="{DD3D53D7-52EC-4633-B1E6-936D9F6C359D}" dt="2025-10-12T18:14:11.116" v="1320" actId="26606"/>
          <ac:spMkLst>
            <pc:docMk/>
            <pc:sldMk cId="112220709" sldId="274"/>
            <ac:spMk id="4" creationId="{E598DCC2-473E-4854-1A33-DACA78AB7A47}"/>
          </ac:spMkLst>
        </pc:spChg>
        <pc:spChg chg="add">
          <ac:chgData name="Sheshma Sandeep" userId="549464f3d60f43ee" providerId="LiveId" clId="{DD3D53D7-52EC-4633-B1E6-936D9F6C359D}" dt="2025-10-12T18:14:11.116" v="1320" actId="26606"/>
          <ac:spMkLst>
            <pc:docMk/>
            <pc:sldMk cId="112220709" sldId="274"/>
            <ac:spMk id="24" creationId="{3346177D-ADC4-4968-B747-5CFCD390B5B9}"/>
          </ac:spMkLst>
        </pc:spChg>
        <pc:spChg chg="add">
          <ac:chgData name="Sheshma Sandeep" userId="549464f3d60f43ee" providerId="LiveId" clId="{DD3D53D7-52EC-4633-B1E6-936D9F6C359D}" dt="2025-10-12T18:14:11.116" v="1320" actId="26606"/>
          <ac:spMkLst>
            <pc:docMk/>
            <pc:sldMk cId="112220709" sldId="274"/>
            <ac:spMk id="26" creationId="{0844A943-BF79-4FEA-ABB1-3BD54D236606}"/>
          </ac:spMkLst>
        </pc:spChg>
        <pc:spChg chg="add">
          <ac:chgData name="Sheshma Sandeep" userId="549464f3d60f43ee" providerId="LiveId" clId="{DD3D53D7-52EC-4633-B1E6-936D9F6C359D}" dt="2025-10-12T18:14:11.116" v="1320" actId="26606"/>
          <ac:spMkLst>
            <pc:docMk/>
            <pc:sldMk cId="112220709" sldId="274"/>
            <ac:spMk id="28" creationId="{6437CC72-F4A8-4DC3-AFAB-D22C482C8100}"/>
          </ac:spMkLst>
        </pc:spChg>
        <pc:picChg chg="mod ord">
          <ac:chgData name="Sheshma Sandeep" userId="549464f3d60f43ee" providerId="LiveId" clId="{DD3D53D7-52EC-4633-B1E6-936D9F6C359D}" dt="2025-10-12T18:14:11.116" v="1320" actId="26606"/>
          <ac:picMkLst>
            <pc:docMk/>
            <pc:sldMk cId="112220709" sldId="274"/>
            <ac:picMk id="5" creationId="{9FAB3AD7-0D01-442A-A7CF-AFCBB81AB8DA}"/>
          </ac:picMkLst>
        </pc:picChg>
      </pc:sldChg>
      <pc:sldChg chg="addSp delSp modSp add del mod modTransition setBg">
        <pc:chgData name="Sheshma Sandeep" userId="549464f3d60f43ee" providerId="LiveId" clId="{DD3D53D7-52EC-4633-B1E6-936D9F6C359D}" dt="2025-10-12T06:53:01.756" v="1112" actId="47"/>
        <pc:sldMkLst>
          <pc:docMk/>
          <pc:sldMk cId="1530143781" sldId="275"/>
        </pc:sldMkLst>
      </pc:sldChg>
      <pc:sldChg chg="addSp delSp modSp new del mod">
        <pc:chgData name="Sheshma Sandeep" userId="549464f3d60f43ee" providerId="LiveId" clId="{DD3D53D7-52EC-4633-B1E6-936D9F6C359D}" dt="2025-10-17T04:24:38.374" v="3710" actId="47"/>
        <pc:sldMkLst>
          <pc:docMk/>
          <pc:sldMk cId="1872884996" sldId="275"/>
        </pc:sldMkLst>
      </pc:sldChg>
      <pc:sldChg chg="addSp delSp modSp new mod ord setBg">
        <pc:chgData name="Sheshma Sandeep" userId="549464f3d60f43ee" providerId="LiveId" clId="{DD3D53D7-52EC-4633-B1E6-936D9F6C359D}" dt="2025-10-17T20:39:02.740" v="6188"/>
        <pc:sldMkLst>
          <pc:docMk/>
          <pc:sldMk cId="728877034" sldId="276"/>
        </pc:sldMkLst>
        <pc:spChg chg="mod">
          <ac:chgData name="Sheshma Sandeep" userId="549464f3d60f43ee" providerId="LiveId" clId="{DD3D53D7-52EC-4633-B1E6-936D9F6C359D}" dt="2025-10-12T20:35:55.076" v="1547" actId="26606"/>
          <ac:spMkLst>
            <pc:docMk/>
            <pc:sldMk cId="728877034" sldId="276"/>
            <ac:spMk id="2" creationId="{170A00C2-5B52-15AE-DF5C-1D119B2C656C}"/>
          </ac:spMkLst>
        </pc:spChg>
        <pc:spChg chg="add mod">
          <ac:chgData name="Sheshma Sandeep" userId="549464f3d60f43ee" providerId="LiveId" clId="{DD3D53D7-52EC-4633-B1E6-936D9F6C359D}" dt="2025-10-14T04:45:50.556" v="2809" actId="255"/>
          <ac:spMkLst>
            <pc:docMk/>
            <pc:sldMk cId="728877034" sldId="276"/>
            <ac:spMk id="5" creationId="{86E5B362-047D-4B66-220B-79C2C9945E06}"/>
          </ac:spMkLst>
        </pc:spChg>
        <pc:spChg chg="add">
          <ac:chgData name="Sheshma Sandeep" userId="549464f3d60f43ee" providerId="LiveId" clId="{DD3D53D7-52EC-4633-B1E6-936D9F6C359D}" dt="2025-10-12T20:35:55.076" v="1547" actId="26606"/>
          <ac:spMkLst>
            <pc:docMk/>
            <pc:sldMk cId="728877034" sldId="276"/>
            <ac:spMk id="42" creationId="{BACC6370-2D7E-4714-9D71-7542949D7D5D}"/>
          </ac:spMkLst>
        </pc:spChg>
        <pc:spChg chg="add">
          <ac:chgData name="Sheshma Sandeep" userId="549464f3d60f43ee" providerId="LiveId" clId="{DD3D53D7-52EC-4633-B1E6-936D9F6C359D}" dt="2025-10-12T20:35:55.076" v="1547" actId="26606"/>
          <ac:spMkLst>
            <pc:docMk/>
            <pc:sldMk cId="728877034" sldId="276"/>
            <ac:spMk id="44" creationId="{F68B3F68-107C-434F-AA38-110D5EA91B85}"/>
          </ac:spMkLst>
        </pc:spChg>
        <pc:spChg chg="add">
          <ac:chgData name="Sheshma Sandeep" userId="549464f3d60f43ee" providerId="LiveId" clId="{DD3D53D7-52EC-4633-B1E6-936D9F6C359D}" dt="2025-10-12T20:35:55.076" v="1547" actId="26606"/>
          <ac:spMkLst>
            <pc:docMk/>
            <pc:sldMk cId="728877034" sldId="276"/>
            <ac:spMk id="46" creationId="{AAD0DBB9-1A4B-4391-81D4-CB19F9AB918A}"/>
          </ac:spMkLst>
        </pc:spChg>
        <pc:spChg chg="add">
          <ac:chgData name="Sheshma Sandeep" userId="549464f3d60f43ee" providerId="LiveId" clId="{DD3D53D7-52EC-4633-B1E6-936D9F6C359D}" dt="2025-10-12T20:35:55.076" v="1547" actId="26606"/>
          <ac:spMkLst>
            <pc:docMk/>
            <pc:sldMk cId="728877034" sldId="276"/>
            <ac:spMk id="48" creationId="{063BBA22-50EA-4C4D-BE05-F1CE4E63AA56}"/>
          </ac:spMkLst>
        </pc:spChg>
        <pc:graphicFrameChg chg="add mod modGraphic">
          <ac:chgData name="Sheshma Sandeep" userId="549464f3d60f43ee" providerId="LiveId" clId="{DD3D53D7-52EC-4633-B1E6-936D9F6C359D}" dt="2025-10-14T03:44:03.263" v="2504"/>
          <ac:graphicFrameMkLst>
            <pc:docMk/>
            <pc:sldMk cId="728877034" sldId="276"/>
            <ac:graphicFrameMk id="38" creationId="{60786196-5284-F358-3287-BE769951CECA}"/>
          </ac:graphicFrameMkLst>
        </pc:graphicFrameChg>
        <pc:picChg chg="add mod">
          <ac:chgData name="Sheshma Sandeep" userId="549464f3d60f43ee" providerId="LiveId" clId="{DD3D53D7-52EC-4633-B1E6-936D9F6C359D}" dt="2025-10-14T03:44:26.842" v="2506" actId="1076"/>
          <ac:picMkLst>
            <pc:docMk/>
            <pc:sldMk cId="728877034" sldId="276"/>
            <ac:picMk id="4" creationId="{64488C58-912E-DC90-A281-122E9E732112}"/>
          </ac:picMkLst>
        </pc:picChg>
        <pc:picChg chg="add mod">
          <ac:chgData name="Sheshma Sandeep" userId="549464f3d60f43ee" providerId="LiveId" clId="{DD3D53D7-52EC-4633-B1E6-936D9F6C359D}" dt="2025-10-14T04:47:39.920" v="2815" actId="14100"/>
          <ac:picMkLst>
            <pc:docMk/>
            <pc:sldMk cId="728877034" sldId="276"/>
            <ac:picMk id="7" creationId="{DDBBDBB2-936C-CE38-9A8C-60D77DE2E454}"/>
          </ac:picMkLst>
        </pc:picChg>
        <pc:picChg chg="add mod">
          <ac:chgData name="Sheshma Sandeep" userId="549464f3d60f43ee" providerId="LiveId" clId="{DD3D53D7-52EC-4633-B1E6-936D9F6C359D}" dt="2025-10-14T04:47:47.968" v="2817" actId="1076"/>
          <ac:picMkLst>
            <pc:docMk/>
            <pc:sldMk cId="728877034" sldId="276"/>
            <ac:picMk id="9" creationId="{D5F7C19B-94F8-45AA-C0C0-F83ECABC27DC}"/>
          </ac:picMkLst>
        </pc:picChg>
      </pc:sldChg>
      <pc:sldChg chg="addSp delSp modSp new mod ord setBg">
        <pc:chgData name="Sheshma Sandeep" userId="549464f3d60f43ee" providerId="LiveId" clId="{DD3D53D7-52EC-4633-B1E6-936D9F6C359D}" dt="2025-10-17T20:39:02.740" v="6188"/>
        <pc:sldMkLst>
          <pc:docMk/>
          <pc:sldMk cId="2026375091" sldId="277"/>
        </pc:sldMkLst>
        <pc:spChg chg="mod">
          <ac:chgData name="Sheshma Sandeep" userId="549464f3d60f43ee" providerId="LiveId" clId="{DD3D53D7-52EC-4633-B1E6-936D9F6C359D}" dt="2025-10-12T21:20:41.788" v="1714" actId="26606"/>
          <ac:spMkLst>
            <pc:docMk/>
            <pc:sldMk cId="2026375091" sldId="277"/>
            <ac:spMk id="2" creationId="{87D77E97-BE8A-E59B-6811-E08FDB05B606}"/>
          </ac:spMkLst>
        </pc:spChg>
        <pc:spChg chg="mod">
          <ac:chgData name="Sheshma Sandeep" userId="549464f3d60f43ee" providerId="LiveId" clId="{DD3D53D7-52EC-4633-B1E6-936D9F6C359D}" dt="2025-10-13T18:13:55.186" v="2492" actId="313"/>
          <ac:spMkLst>
            <pc:docMk/>
            <pc:sldMk cId="2026375091" sldId="277"/>
            <ac:spMk id="3" creationId="{336FD58C-4861-6FF9-A972-7C8BC8AAD4D5}"/>
          </ac:spMkLst>
        </pc:spChg>
        <pc:spChg chg="add mod">
          <ac:chgData name="Sheshma Sandeep" userId="549464f3d60f43ee" providerId="LiveId" clId="{DD3D53D7-52EC-4633-B1E6-936D9F6C359D}" dt="2025-10-17T19:13:53.101" v="5685" actId="14100"/>
          <ac:spMkLst>
            <pc:docMk/>
            <pc:sldMk cId="2026375091" sldId="277"/>
            <ac:spMk id="6" creationId="{3517CFFF-4A09-A078-EF72-B5AB5AE667AA}"/>
          </ac:spMkLst>
        </pc:spChg>
        <pc:spChg chg="add">
          <ac:chgData name="Sheshma Sandeep" userId="549464f3d60f43ee" providerId="LiveId" clId="{DD3D53D7-52EC-4633-B1E6-936D9F6C359D}" dt="2025-10-12T21:20:41.794" v="1715" actId="26606"/>
          <ac:spMkLst>
            <pc:docMk/>
            <pc:sldMk cId="2026375091" sldId="277"/>
            <ac:spMk id="23" creationId="{2B97F24A-32CE-4C1C-A50D-3016B394DCFB}"/>
          </ac:spMkLst>
        </pc:spChg>
        <pc:spChg chg="add">
          <ac:chgData name="Sheshma Sandeep" userId="549464f3d60f43ee" providerId="LiveId" clId="{DD3D53D7-52EC-4633-B1E6-936D9F6C359D}" dt="2025-10-12T21:20:41.794" v="1715" actId="26606"/>
          <ac:spMkLst>
            <pc:docMk/>
            <pc:sldMk cId="2026375091" sldId="277"/>
            <ac:spMk id="24" creationId="{CD8B4F24-440B-49E9-B85D-733523DC064B}"/>
          </ac:spMkLst>
        </pc:spChg>
        <pc:picChg chg="add mod">
          <ac:chgData name="Sheshma Sandeep" userId="549464f3d60f43ee" providerId="LiveId" clId="{DD3D53D7-52EC-4633-B1E6-936D9F6C359D}" dt="2025-10-17T19:14:11.643" v="5686" actId="1076"/>
          <ac:picMkLst>
            <pc:docMk/>
            <pc:sldMk cId="2026375091" sldId="277"/>
            <ac:picMk id="4" creationId="{B4F22A0F-2EB2-0767-18CE-92F70215FB93}"/>
          </ac:picMkLst>
        </pc:picChg>
        <pc:picChg chg="add mod ord">
          <ac:chgData name="Sheshma Sandeep" userId="549464f3d60f43ee" providerId="LiveId" clId="{DD3D53D7-52EC-4633-B1E6-936D9F6C359D}" dt="2025-10-12T21:20:47.697" v="1717" actId="962"/>
          <ac:picMkLst>
            <pc:docMk/>
            <pc:sldMk cId="2026375091" sldId="277"/>
            <ac:picMk id="5" creationId="{137B7B88-57F8-69B3-C1C6-6F735B3446A0}"/>
          </ac:picMkLst>
        </pc:picChg>
      </pc:sldChg>
      <pc:sldChg chg="addSp delSp modSp new del mod ord setBg">
        <pc:chgData name="Sheshma Sandeep" userId="549464f3d60f43ee" providerId="LiveId" clId="{DD3D53D7-52EC-4633-B1E6-936D9F6C359D}" dt="2025-10-17T17:44:18.660" v="5483" actId="47"/>
        <pc:sldMkLst>
          <pc:docMk/>
          <pc:sldMk cId="1779468976" sldId="278"/>
        </pc:sldMkLst>
      </pc:sldChg>
      <pc:sldChg chg="addSp delSp modSp new mod setBg">
        <pc:chgData name="Sheshma Sandeep" userId="549464f3d60f43ee" providerId="LiveId" clId="{DD3D53D7-52EC-4633-B1E6-936D9F6C359D}" dt="2025-10-17T20:39:02.740" v="6188"/>
        <pc:sldMkLst>
          <pc:docMk/>
          <pc:sldMk cId="3098883244" sldId="279"/>
        </pc:sldMkLst>
        <pc:spChg chg="mod">
          <ac:chgData name="Sheshma Sandeep" userId="549464f3d60f43ee" providerId="LiveId" clId="{DD3D53D7-52EC-4633-B1E6-936D9F6C359D}" dt="2025-10-13T18:14:12.696" v="2497" actId="20577"/>
          <ac:spMkLst>
            <pc:docMk/>
            <pc:sldMk cId="3098883244" sldId="279"/>
            <ac:spMk id="2" creationId="{C6455579-BC0E-5D2F-D900-779AB59328B5}"/>
          </ac:spMkLst>
        </pc:spChg>
        <pc:spChg chg="add mod">
          <ac:chgData name="Sheshma Sandeep" userId="549464f3d60f43ee" providerId="LiveId" clId="{DD3D53D7-52EC-4633-B1E6-936D9F6C359D}" dt="2025-10-17T19:17:45.180" v="5752" actId="20577"/>
          <ac:spMkLst>
            <pc:docMk/>
            <pc:sldMk cId="3098883244" sldId="279"/>
            <ac:spMk id="3" creationId="{AA421626-43B3-3487-1CC9-B691470DF176}"/>
          </ac:spMkLst>
        </pc:spChg>
        <pc:spChg chg="add">
          <ac:chgData name="Sheshma Sandeep" userId="549464f3d60f43ee" providerId="LiveId" clId="{DD3D53D7-52EC-4633-B1E6-936D9F6C359D}" dt="2025-10-12T21:28:25.123" v="1753" actId="26606"/>
          <ac:spMkLst>
            <pc:docMk/>
            <pc:sldMk cId="3098883244" sldId="279"/>
            <ac:spMk id="10" creationId="{665DBBEF-238B-476B-96AB-8AAC3224ECEA}"/>
          </ac:spMkLst>
        </pc:spChg>
        <pc:spChg chg="add">
          <ac:chgData name="Sheshma Sandeep" userId="549464f3d60f43ee" providerId="LiveId" clId="{DD3D53D7-52EC-4633-B1E6-936D9F6C359D}" dt="2025-10-12T21:28:25.123" v="1753" actId="26606"/>
          <ac:spMkLst>
            <pc:docMk/>
            <pc:sldMk cId="3098883244" sldId="279"/>
            <ac:spMk id="12" creationId="{3FCFB1DE-0B7E-48CC-BA90-B2AB0889F9D6}"/>
          </ac:spMkLst>
        </pc:spChg>
        <pc:picChg chg="add mod">
          <ac:chgData name="Sheshma Sandeep" userId="549464f3d60f43ee" providerId="LiveId" clId="{DD3D53D7-52EC-4633-B1E6-936D9F6C359D}" dt="2025-10-17T19:17:40.492" v="5750" actId="1076"/>
          <ac:picMkLst>
            <pc:docMk/>
            <pc:sldMk cId="3098883244" sldId="279"/>
            <ac:picMk id="4" creationId="{7FDA3A76-D723-2061-1613-D8F7E9A85FA6}"/>
          </ac:picMkLst>
        </pc:picChg>
        <pc:picChg chg="add mod ord">
          <ac:chgData name="Sheshma Sandeep" userId="549464f3d60f43ee" providerId="LiveId" clId="{DD3D53D7-52EC-4633-B1E6-936D9F6C359D}" dt="2025-10-12T21:28:25.123" v="1753" actId="26606"/>
          <ac:picMkLst>
            <pc:docMk/>
            <pc:sldMk cId="3098883244" sldId="279"/>
            <ac:picMk id="5" creationId="{A08CBC1C-3465-4E5B-530E-D113078DD334}"/>
          </ac:picMkLst>
        </pc:picChg>
      </pc:sldChg>
      <pc:sldChg chg="addSp delSp modSp new del mod setBg">
        <pc:chgData name="Sheshma Sandeep" userId="549464f3d60f43ee" providerId="LiveId" clId="{DD3D53D7-52EC-4633-B1E6-936D9F6C359D}" dt="2025-10-17T19:18:16.144" v="5753" actId="47"/>
        <pc:sldMkLst>
          <pc:docMk/>
          <pc:sldMk cId="2504524387" sldId="280"/>
        </pc:sldMkLst>
      </pc:sldChg>
      <pc:sldChg chg="addSp delSp modSp new mod ord setBg">
        <pc:chgData name="Sheshma Sandeep" userId="549464f3d60f43ee" providerId="LiveId" clId="{DD3D53D7-52EC-4633-B1E6-936D9F6C359D}" dt="2025-10-17T20:39:02.740" v="6188"/>
        <pc:sldMkLst>
          <pc:docMk/>
          <pc:sldMk cId="1239374074" sldId="281"/>
        </pc:sldMkLst>
        <pc:spChg chg="mod">
          <ac:chgData name="Sheshma Sandeep" userId="549464f3d60f43ee" providerId="LiveId" clId="{DD3D53D7-52EC-4633-B1E6-936D9F6C359D}" dt="2025-10-17T16:53:10.451" v="4402" actId="113"/>
          <ac:spMkLst>
            <pc:docMk/>
            <pc:sldMk cId="1239374074" sldId="281"/>
            <ac:spMk id="2" creationId="{1CA8808F-E1FF-8271-08EB-A004D9F27535}"/>
          </ac:spMkLst>
        </pc:spChg>
        <pc:spChg chg="mod">
          <ac:chgData name="Sheshma Sandeep" userId="549464f3d60f43ee" providerId="LiveId" clId="{DD3D53D7-52EC-4633-B1E6-936D9F6C359D}" dt="2025-10-16T21:09:56.748" v="3627" actId="20577"/>
          <ac:spMkLst>
            <pc:docMk/>
            <pc:sldMk cId="1239374074" sldId="281"/>
            <ac:spMk id="3" creationId="{4608AAFB-D9A2-6232-1ED2-5DA572784210}"/>
          </ac:spMkLst>
        </pc:spChg>
        <pc:spChg chg="add del">
          <ac:chgData name="Sheshma Sandeep" userId="549464f3d60f43ee" providerId="LiveId" clId="{DD3D53D7-52EC-4633-B1E6-936D9F6C359D}" dt="2025-10-12T23:16:53.181" v="1864" actId="26606"/>
          <ac:spMkLst>
            <pc:docMk/>
            <pc:sldMk cId="1239374074" sldId="281"/>
            <ac:spMk id="9" creationId="{058A14AF-9FB5-4CC7-BA35-E8E85D3EDF0E}"/>
          </ac:spMkLst>
        </pc:spChg>
        <pc:spChg chg="add del">
          <ac:chgData name="Sheshma Sandeep" userId="549464f3d60f43ee" providerId="LiveId" clId="{DD3D53D7-52EC-4633-B1E6-936D9F6C359D}" dt="2025-10-12T23:16:53.181" v="1864" actId="26606"/>
          <ac:spMkLst>
            <pc:docMk/>
            <pc:sldMk cId="1239374074" sldId="281"/>
            <ac:spMk id="11" creationId="{3A9A4357-BD1D-4622-A4FE-766E6AB8DE84}"/>
          </ac:spMkLst>
        </pc:spChg>
        <pc:spChg chg="add del">
          <ac:chgData name="Sheshma Sandeep" userId="549464f3d60f43ee" providerId="LiveId" clId="{DD3D53D7-52EC-4633-B1E6-936D9F6C359D}" dt="2025-10-12T23:16:53.181" v="1864" actId="26606"/>
          <ac:spMkLst>
            <pc:docMk/>
            <pc:sldMk cId="1239374074" sldId="281"/>
            <ac:spMk id="13" creationId="{E659831F-0D9A-4C63-9EBB-8435B85A440F}"/>
          </ac:spMkLst>
        </pc:spChg>
        <pc:spChg chg="add del">
          <ac:chgData name="Sheshma Sandeep" userId="549464f3d60f43ee" providerId="LiveId" clId="{DD3D53D7-52EC-4633-B1E6-936D9F6C359D}" dt="2025-10-12T23:16:53.181" v="1864" actId="26606"/>
          <ac:spMkLst>
            <pc:docMk/>
            <pc:sldMk cId="1239374074" sldId="281"/>
            <ac:spMk id="15" creationId="{E6995CE5-F890-4ABA-82A2-26507CE8D2A3}"/>
          </ac:spMkLst>
        </pc:spChg>
        <pc:picChg chg="add mod">
          <ac:chgData name="Sheshma Sandeep" userId="549464f3d60f43ee" providerId="LiveId" clId="{DD3D53D7-52EC-4633-B1E6-936D9F6C359D}" dt="2025-10-12T23:16:53.181" v="1864" actId="26606"/>
          <ac:picMkLst>
            <pc:docMk/>
            <pc:sldMk cId="1239374074" sldId="281"/>
            <ac:picMk id="4" creationId="{0D39A32C-4CD8-E86A-D0D3-C9189CB6687D}"/>
          </ac:picMkLst>
        </pc:picChg>
      </pc:sldChg>
      <pc:sldChg chg="addSp modSp new del mod">
        <pc:chgData name="Sheshma Sandeep" userId="549464f3d60f43ee" providerId="LiveId" clId="{DD3D53D7-52EC-4633-B1E6-936D9F6C359D}" dt="2025-10-12T23:22:47.943" v="1942" actId="47"/>
        <pc:sldMkLst>
          <pc:docMk/>
          <pc:sldMk cId="2764111353" sldId="282"/>
        </pc:sldMkLst>
      </pc:sldChg>
      <pc:sldChg chg="addSp delSp modSp new del mod ord">
        <pc:chgData name="Sheshma Sandeep" userId="549464f3d60f43ee" providerId="LiveId" clId="{DD3D53D7-52EC-4633-B1E6-936D9F6C359D}" dt="2025-10-13T03:44:20.555" v="2304" actId="47"/>
        <pc:sldMkLst>
          <pc:docMk/>
          <pc:sldMk cId="2213362238" sldId="283"/>
        </pc:sldMkLst>
      </pc:sldChg>
      <pc:sldChg chg="addSp delSp modSp new mod setBg">
        <pc:chgData name="Sheshma Sandeep" userId="549464f3d60f43ee" providerId="LiveId" clId="{DD3D53D7-52EC-4633-B1E6-936D9F6C359D}" dt="2025-10-17T20:39:02.740" v="6188"/>
        <pc:sldMkLst>
          <pc:docMk/>
          <pc:sldMk cId="355888819" sldId="284"/>
        </pc:sldMkLst>
        <pc:spChg chg="add mod">
          <ac:chgData name="Sheshma Sandeep" userId="549464f3d60f43ee" providerId="LiveId" clId="{DD3D53D7-52EC-4633-B1E6-936D9F6C359D}" dt="2025-10-14T03:58:29.173" v="2706" actId="26606"/>
          <ac:spMkLst>
            <pc:docMk/>
            <pc:sldMk cId="355888819" sldId="284"/>
            <ac:spMk id="15" creationId="{134C76BB-D23B-AE15-DC2F-41F913E9E852}"/>
          </ac:spMkLst>
        </pc:spChg>
        <pc:spChg chg="add">
          <ac:chgData name="Sheshma Sandeep" userId="549464f3d60f43ee" providerId="LiveId" clId="{DD3D53D7-52EC-4633-B1E6-936D9F6C359D}" dt="2025-10-14T03:58:29.173" v="2706" actId="26606"/>
          <ac:spMkLst>
            <pc:docMk/>
            <pc:sldMk cId="355888819" sldId="284"/>
            <ac:spMk id="85" creationId="{A8384FB5-9ADC-4DDC-881B-597D56F5B15D}"/>
          </ac:spMkLst>
        </pc:spChg>
        <pc:spChg chg="add">
          <ac:chgData name="Sheshma Sandeep" userId="549464f3d60f43ee" providerId="LiveId" clId="{DD3D53D7-52EC-4633-B1E6-936D9F6C359D}" dt="2025-10-14T03:58:29.173" v="2706" actId="26606"/>
          <ac:spMkLst>
            <pc:docMk/>
            <pc:sldMk cId="355888819" sldId="284"/>
            <ac:spMk id="86" creationId="{1199E1B1-A8C0-4FE8-A5A8-1CB41D69F857}"/>
          </ac:spMkLst>
        </pc:spChg>
        <pc:spChg chg="add">
          <ac:chgData name="Sheshma Sandeep" userId="549464f3d60f43ee" providerId="LiveId" clId="{DD3D53D7-52EC-4633-B1E6-936D9F6C359D}" dt="2025-10-14T03:58:29.173" v="2706" actId="26606"/>
          <ac:spMkLst>
            <pc:docMk/>
            <pc:sldMk cId="355888819" sldId="284"/>
            <ac:spMk id="87" creationId="{84A8DE83-DE75-4B41-9DB4-A7EC0B0DEC0B}"/>
          </ac:spMkLst>
        </pc:spChg>
        <pc:spChg chg="add">
          <ac:chgData name="Sheshma Sandeep" userId="549464f3d60f43ee" providerId="LiveId" clId="{DD3D53D7-52EC-4633-B1E6-936D9F6C359D}" dt="2025-10-14T03:58:29.173" v="2706" actId="26606"/>
          <ac:spMkLst>
            <pc:docMk/>
            <pc:sldMk cId="355888819" sldId="284"/>
            <ac:spMk id="88" creationId="{A7009A0A-BEF5-4EAC-AF15-E4F9F002E239}"/>
          </ac:spMkLst>
        </pc:spChg>
        <pc:picChg chg="add mod">
          <ac:chgData name="Sheshma Sandeep" userId="549464f3d60f43ee" providerId="LiveId" clId="{DD3D53D7-52EC-4633-B1E6-936D9F6C359D}" dt="2025-10-14T03:58:29.173" v="2706" actId="26606"/>
          <ac:picMkLst>
            <pc:docMk/>
            <pc:sldMk cId="355888819" sldId="284"/>
            <ac:picMk id="32" creationId="{C1E0DC59-E5E6-2B6F-33EA-C7415A216069}"/>
          </ac:picMkLst>
        </pc:picChg>
      </pc:sldChg>
      <pc:sldChg chg="addSp delSp modSp new mod ord setBg">
        <pc:chgData name="Sheshma Sandeep" userId="549464f3d60f43ee" providerId="LiveId" clId="{DD3D53D7-52EC-4633-B1E6-936D9F6C359D}" dt="2025-10-17T20:39:02.740" v="6188"/>
        <pc:sldMkLst>
          <pc:docMk/>
          <pc:sldMk cId="1269755422" sldId="285"/>
        </pc:sldMkLst>
        <pc:spChg chg="mod">
          <ac:chgData name="Sheshma Sandeep" userId="549464f3d60f43ee" providerId="LiveId" clId="{DD3D53D7-52EC-4633-B1E6-936D9F6C359D}" dt="2025-10-17T17:41:46.806" v="5477" actId="113"/>
          <ac:spMkLst>
            <pc:docMk/>
            <pc:sldMk cId="1269755422" sldId="285"/>
            <ac:spMk id="2" creationId="{8F2EF58B-78B9-473D-99C7-CC068774B2CB}"/>
          </ac:spMkLst>
        </pc:spChg>
        <pc:spChg chg="mod">
          <ac:chgData name="Sheshma Sandeep" userId="549464f3d60f43ee" providerId="LiveId" clId="{DD3D53D7-52EC-4633-B1E6-936D9F6C359D}" dt="2025-10-17T17:42:02.699" v="5479" actId="114"/>
          <ac:spMkLst>
            <pc:docMk/>
            <pc:sldMk cId="1269755422" sldId="285"/>
            <ac:spMk id="3" creationId="{243F236C-A660-B1DA-9D69-18307874B6CA}"/>
          </ac:spMkLst>
        </pc:spChg>
        <pc:spChg chg="add">
          <ac:chgData name="Sheshma Sandeep" userId="549464f3d60f43ee" providerId="LiveId" clId="{DD3D53D7-52EC-4633-B1E6-936D9F6C359D}" dt="2025-10-12T23:30:28.963" v="2041" actId="26606"/>
          <ac:spMkLst>
            <pc:docMk/>
            <pc:sldMk cId="1269755422" sldId="285"/>
            <ac:spMk id="15" creationId="{DBC6133C-0615-4CE4-9132-37E609A9BDFA}"/>
          </ac:spMkLst>
        </pc:spChg>
        <pc:spChg chg="add">
          <ac:chgData name="Sheshma Sandeep" userId="549464f3d60f43ee" providerId="LiveId" clId="{DD3D53D7-52EC-4633-B1E6-936D9F6C359D}" dt="2025-10-12T23:30:28.963" v="2041" actId="26606"/>
          <ac:spMkLst>
            <pc:docMk/>
            <pc:sldMk cId="1269755422" sldId="285"/>
            <ac:spMk id="17" creationId="{169CC832-2974-4E8D-90ED-3E2941BA7336}"/>
          </ac:spMkLst>
        </pc:spChg>
        <pc:spChg chg="add">
          <ac:chgData name="Sheshma Sandeep" userId="549464f3d60f43ee" providerId="LiveId" clId="{DD3D53D7-52EC-4633-B1E6-936D9F6C359D}" dt="2025-10-12T23:30:28.963" v="2041" actId="26606"/>
          <ac:spMkLst>
            <pc:docMk/>
            <pc:sldMk cId="1269755422" sldId="285"/>
            <ac:spMk id="19" creationId="{55222F96-971A-4F90-B841-6BAB416C7AC1}"/>
          </ac:spMkLst>
        </pc:spChg>
        <pc:spChg chg="add">
          <ac:chgData name="Sheshma Sandeep" userId="549464f3d60f43ee" providerId="LiveId" clId="{DD3D53D7-52EC-4633-B1E6-936D9F6C359D}" dt="2025-10-12T23:30:28.963" v="2041" actId="26606"/>
          <ac:spMkLst>
            <pc:docMk/>
            <pc:sldMk cId="1269755422" sldId="285"/>
            <ac:spMk id="21" creationId="{08980754-6F4B-43C9-B9BE-127B6BED6586}"/>
          </ac:spMkLst>
        </pc:spChg>
        <pc:spChg chg="add">
          <ac:chgData name="Sheshma Sandeep" userId="549464f3d60f43ee" providerId="LiveId" clId="{DD3D53D7-52EC-4633-B1E6-936D9F6C359D}" dt="2025-10-12T23:30:28.963" v="2041" actId="26606"/>
          <ac:spMkLst>
            <pc:docMk/>
            <pc:sldMk cId="1269755422" sldId="285"/>
            <ac:spMk id="23" creationId="{2C1BBA94-3F40-40AA-8BB9-E69E25E537C1}"/>
          </ac:spMkLst>
        </pc:spChg>
        <pc:picChg chg="add mod">
          <ac:chgData name="Sheshma Sandeep" userId="549464f3d60f43ee" providerId="LiveId" clId="{DD3D53D7-52EC-4633-B1E6-936D9F6C359D}" dt="2025-10-12T23:30:28.963" v="2041" actId="26606"/>
          <ac:picMkLst>
            <pc:docMk/>
            <pc:sldMk cId="1269755422" sldId="285"/>
            <ac:picMk id="5" creationId="{365E8F9F-72B2-63A5-46E1-08C63BD2B7AC}"/>
          </ac:picMkLst>
        </pc:picChg>
      </pc:sldChg>
      <pc:sldChg chg="addSp delSp modSp new mod ord setBg">
        <pc:chgData name="Sheshma Sandeep" userId="549464f3d60f43ee" providerId="LiveId" clId="{DD3D53D7-52EC-4633-B1E6-936D9F6C359D}" dt="2025-10-17T20:39:02.740" v="6188"/>
        <pc:sldMkLst>
          <pc:docMk/>
          <pc:sldMk cId="3642599731" sldId="286"/>
        </pc:sldMkLst>
        <pc:spChg chg="mod">
          <ac:chgData name="Sheshma Sandeep" userId="549464f3d60f43ee" providerId="LiveId" clId="{DD3D53D7-52EC-4633-B1E6-936D9F6C359D}" dt="2025-10-16T21:03:29.901" v="3626" actId="20577"/>
          <ac:spMkLst>
            <pc:docMk/>
            <pc:sldMk cId="3642599731" sldId="286"/>
            <ac:spMk id="2" creationId="{12D00A11-9305-DB5B-4714-EF65E51701FB}"/>
          </ac:spMkLst>
        </pc:spChg>
        <pc:spChg chg="add mod">
          <ac:chgData name="Sheshma Sandeep" userId="549464f3d60f43ee" providerId="LiveId" clId="{DD3D53D7-52EC-4633-B1E6-936D9F6C359D}" dt="2025-10-17T19:10:14.727" v="5638" actId="20577"/>
          <ac:spMkLst>
            <pc:docMk/>
            <pc:sldMk cId="3642599731" sldId="286"/>
            <ac:spMk id="3" creationId="{6B25FC31-F2DF-6B91-D4C2-CBA90A537D45}"/>
          </ac:spMkLst>
        </pc:spChg>
        <pc:spChg chg="add">
          <ac:chgData name="Sheshma Sandeep" userId="549464f3d60f43ee" providerId="LiveId" clId="{DD3D53D7-52EC-4633-B1E6-936D9F6C359D}" dt="2025-10-13T00:28:33.533" v="2090" actId="26606"/>
          <ac:spMkLst>
            <pc:docMk/>
            <pc:sldMk cId="3642599731" sldId="286"/>
            <ac:spMk id="10" creationId="{D4771268-CB57-404A-9271-370EB28F6090}"/>
          </ac:spMkLst>
        </pc:spChg>
        <pc:picChg chg="add mod">
          <ac:chgData name="Sheshma Sandeep" userId="549464f3d60f43ee" providerId="LiveId" clId="{DD3D53D7-52EC-4633-B1E6-936D9F6C359D}" dt="2025-10-17T17:39:16.802" v="5471" actId="1076"/>
          <ac:picMkLst>
            <pc:docMk/>
            <pc:sldMk cId="3642599731" sldId="286"/>
            <ac:picMk id="5" creationId="{D3D3A64A-4D90-D136-526D-69408DD416C3}"/>
          </ac:picMkLst>
        </pc:picChg>
        <pc:picChg chg="add mod">
          <ac:chgData name="Sheshma Sandeep" userId="549464f3d60f43ee" providerId="LiveId" clId="{DD3D53D7-52EC-4633-B1E6-936D9F6C359D}" dt="2025-10-17T17:39:39.053" v="5474" actId="1076"/>
          <ac:picMkLst>
            <pc:docMk/>
            <pc:sldMk cId="3642599731" sldId="286"/>
            <ac:picMk id="6" creationId="{8FA35824-8838-F682-B85D-7254D07ADF27}"/>
          </ac:picMkLst>
        </pc:picChg>
      </pc:sldChg>
      <pc:sldChg chg="addSp delSp modSp new mod setBg">
        <pc:chgData name="Sheshma Sandeep" userId="549464f3d60f43ee" providerId="LiveId" clId="{DD3D53D7-52EC-4633-B1E6-936D9F6C359D}" dt="2025-10-17T20:39:02.740" v="6188"/>
        <pc:sldMkLst>
          <pc:docMk/>
          <pc:sldMk cId="4030337527" sldId="287"/>
        </pc:sldMkLst>
        <pc:spChg chg="mod">
          <ac:chgData name="Sheshma Sandeep" userId="549464f3d60f43ee" providerId="LiveId" clId="{DD3D53D7-52EC-4633-B1E6-936D9F6C359D}" dt="2025-10-17T16:52:59.091" v="4401" actId="113"/>
          <ac:spMkLst>
            <pc:docMk/>
            <pc:sldMk cId="4030337527" sldId="287"/>
            <ac:spMk id="2" creationId="{121F47F7-6A42-8A86-B58D-32A56C4276F2}"/>
          </ac:spMkLst>
        </pc:spChg>
        <pc:spChg chg="add del">
          <ac:chgData name="Sheshma Sandeep" userId="549464f3d60f43ee" providerId="LiveId" clId="{DD3D53D7-52EC-4633-B1E6-936D9F6C359D}" dt="2025-10-14T16:50:19.578" v="2957" actId="26606"/>
          <ac:spMkLst>
            <pc:docMk/>
            <pc:sldMk cId="4030337527" sldId="287"/>
            <ac:spMk id="107" creationId="{2151139A-886F-4B97-8815-729AD3831BBD}"/>
          </ac:spMkLst>
        </pc:spChg>
        <pc:spChg chg="add del">
          <ac:chgData name="Sheshma Sandeep" userId="549464f3d60f43ee" providerId="LiveId" clId="{DD3D53D7-52EC-4633-B1E6-936D9F6C359D}" dt="2025-10-14T16:50:19.578" v="2957" actId="26606"/>
          <ac:spMkLst>
            <pc:docMk/>
            <pc:sldMk cId="4030337527" sldId="287"/>
            <ac:spMk id="108" creationId="{AB5E08C4-8CDD-4623-A5B8-E998C6DEE3B7}"/>
          </ac:spMkLst>
        </pc:spChg>
        <pc:spChg chg="add del">
          <ac:chgData name="Sheshma Sandeep" userId="549464f3d60f43ee" providerId="LiveId" clId="{DD3D53D7-52EC-4633-B1E6-936D9F6C359D}" dt="2025-10-14T16:50:19.578" v="2957" actId="26606"/>
          <ac:spMkLst>
            <pc:docMk/>
            <pc:sldMk cId="4030337527" sldId="287"/>
            <ac:spMk id="109" creationId="{15F33878-D502-4FFA-8ACE-F2AECDB2A23F}"/>
          </ac:spMkLst>
        </pc:spChg>
        <pc:spChg chg="add del">
          <ac:chgData name="Sheshma Sandeep" userId="549464f3d60f43ee" providerId="LiveId" clId="{DD3D53D7-52EC-4633-B1E6-936D9F6C359D}" dt="2025-10-14T16:50:19.578" v="2957" actId="26606"/>
          <ac:spMkLst>
            <pc:docMk/>
            <pc:sldMk cId="4030337527" sldId="287"/>
            <ac:spMk id="110" creationId="{D3539FEE-81D3-4406-802E-60B20B16F4F6}"/>
          </ac:spMkLst>
        </pc:spChg>
        <pc:spChg chg="add">
          <ac:chgData name="Sheshma Sandeep" userId="549464f3d60f43ee" providerId="LiveId" clId="{DD3D53D7-52EC-4633-B1E6-936D9F6C359D}" dt="2025-10-13T03:42:04.880" v="2303" actId="26606"/>
          <ac:spMkLst>
            <pc:docMk/>
            <pc:sldMk cId="4030337527" sldId="287"/>
            <ac:spMk id="111" creationId="{DC701763-729E-462F-A5A8-E0DEFEB1E2E4}"/>
          </ac:spMkLst>
        </pc:spChg>
        <pc:picChg chg="add mod ord">
          <ac:chgData name="Sheshma Sandeep" userId="549464f3d60f43ee" providerId="LiveId" clId="{DD3D53D7-52EC-4633-B1E6-936D9F6C359D}" dt="2025-10-13T04:05:03.337" v="2341" actId="1076"/>
          <ac:picMkLst>
            <pc:docMk/>
            <pc:sldMk cId="4030337527" sldId="287"/>
            <ac:picMk id="5" creationId="{EC262131-F86B-A04D-165B-A6B740796242}"/>
          </ac:picMkLst>
        </pc:picChg>
        <pc:picChg chg="add mod ord">
          <ac:chgData name="Sheshma Sandeep" userId="549464f3d60f43ee" providerId="LiveId" clId="{DD3D53D7-52EC-4633-B1E6-936D9F6C359D}" dt="2025-10-14T03:53:48.835" v="2533" actId="1076"/>
          <ac:picMkLst>
            <pc:docMk/>
            <pc:sldMk cId="4030337527" sldId="287"/>
            <ac:picMk id="6" creationId="{F6DB25CF-9B46-D9A6-9A80-C7D6B178A2F3}"/>
          </ac:picMkLst>
        </pc:picChg>
      </pc:sldChg>
      <pc:sldChg chg="addSp delSp modSp new mod setBg setFolMasterObjs">
        <pc:chgData name="Sheshma Sandeep" userId="549464f3d60f43ee" providerId="LiveId" clId="{DD3D53D7-52EC-4633-B1E6-936D9F6C359D}" dt="2025-10-17T20:39:02.740" v="6188"/>
        <pc:sldMkLst>
          <pc:docMk/>
          <pc:sldMk cId="1639271599" sldId="288"/>
        </pc:sldMkLst>
        <pc:spChg chg="mod">
          <ac:chgData name="Sheshma Sandeep" userId="549464f3d60f43ee" providerId="LiveId" clId="{DD3D53D7-52EC-4633-B1E6-936D9F6C359D}" dt="2025-10-17T16:52:52.923" v="4400" actId="113"/>
          <ac:spMkLst>
            <pc:docMk/>
            <pc:sldMk cId="1639271599" sldId="288"/>
            <ac:spMk id="2" creationId="{B2050E3A-4BEF-D246-C5E8-4C80667EA8FE}"/>
          </ac:spMkLst>
        </pc:spChg>
        <pc:spChg chg="add">
          <ac:chgData name="Sheshma Sandeep" userId="549464f3d60f43ee" providerId="LiveId" clId="{DD3D53D7-52EC-4633-B1E6-936D9F6C359D}" dt="2025-10-14T03:57:22.250" v="2702" actId="26606"/>
          <ac:spMkLst>
            <pc:docMk/>
            <pc:sldMk cId="1639271599" sldId="288"/>
            <ac:spMk id="21" creationId="{C38CD1F2-2CDE-4B42-BB23-EC7686F92569}"/>
          </ac:spMkLst>
        </pc:spChg>
        <pc:spChg chg="add">
          <ac:chgData name="Sheshma Sandeep" userId="549464f3d60f43ee" providerId="LiveId" clId="{DD3D53D7-52EC-4633-B1E6-936D9F6C359D}" dt="2025-10-14T03:57:22.250" v="2702" actId="26606"/>
          <ac:spMkLst>
            <pc:docMk/>
            <pc:sldMk cId="1639271599" sldId="288"/>
            <ac:spMk id="23" creationId="{E9827173-10F7-4BE6-8CC8-39A46D781209}"/>
          </ac:spMkLst>
        </pc:spChg>
        <pc:spChg chg="add">
          <ac:chgData name="Sheshma Sandeep" userId="549464f3d60f43ee" providerId="LiveId" clId="{DD3D53D7-52EC-4633-B1E6-936D9F6C359D}" dt="2025-10-14T03:57:22.250" v="2702" actId="26606"/>
          <ac:spMkLst>
            <pc:docMk/>
            <pc:sldMk cId="1639271599" sldId="288"/>
            <ac:spMk id="33" creationId="{21301226-F3C6-4744-94AE-2460B381D86F}"/>
          </ac:spMkLst>
        </pc:spChg>
        <pc:spChg chg="add">
          <ac:chgData name="Sheshma Sandeep" userId="549464f3d60f43ee" providerId="LiveId" clId="{DD3D53D7-52EC-4633-B1E6-936D9F6C359D}" dt="2025-10-14T03:57:22.250" v="2702" actId="26606"/>
          <ac:spMkLst>
            <pc:docMk/>
            <pc:sldMk cId="1639271599" sldId="288"/>
            <ac:spMk id="35" creationId="{4EC57637-D435-4155-993A-0E3A8BBBA560}"/>
          </ac:spMkLst>
        </pc:spChg>
        <pc:grpChg chg="add">
          <ac:chgData name="Sheshma Sandeep" userId="549464f3d60f43ee" providerId="LiveId" clId="{DD3D53D7-52EC-4633-B1E6-936D9F6C359D}" dt="2025-10-14T03:57:22.250" v="2702" actId="26606"/>
          <ac:grpSpMkLst>
            <pc:docMk/>
            <pc:sldMk cId="1639271599" sldId="288"/>
            <ac:grpSpMk id="37" creationId="{0B81AE96-B9C7-4679-BC62-F2C79F2E8F37}"/>
          </ac:grpSpMkLst>
        </pc:grpChg>
        <pc:picChg chg="add mod ord">
          <ac:chgData name="Sheshma Sandeep" userId="549464f3d60f43ee" providerId="LiveId" clId="{DD3D53D7-52EC-4633-B1E6-936D9F6C359D}" dt="2025-10-14T03:57:22.250" v="2702" actId="26606"/>
          <ac:picMkLst>
            <pc:docMk/>
            <pc:sldMk cId="1639271599" sldId="288"/>
            <ac:picMk id="5" creationId="{44A2C171-8CD7-1922-67B0-9AAE621BC8AD}"/>
          </ac:picMkLst>
        </pc:picChg>
      </pc:sldChg>
      <pc:sldChg chg="addSp delSp modSp new mod ord setBg">
        <pc:chgData name="Sheshma Sandeep" userId="549464f3d60f43ee" providerId="LiveId" clId="{DD3D53D7-52EC-4633-B1E6-936D9F6C359D}" dt="2025-10-20T17:53:38.422" v="6282"/>
        <pc:sldMkLst>
          <pc:docMk/>
          <pc:sldMk cId="2347416693" sldId="289"/>
        </pc:sldMkLst>
        <pc:spChg chg="add mod">
          <ac:chgData name="Sheshma Sandeep" userId="549464f3d60f43ee" providerId="LiveId" clId="{DD3D53D7-52EC-4633-B1E6-936D9F6C359D}" dt="2025-10-20T17:50:29.485" v="6239" actId="26606"/>
          <ac:spMkLst>
            <pc:docMk/>
            <pc:sldMk cId="2347416693" sldId="289"/>
            <ac:spMk id="3" creationId="{7D999E0F-71EB-4D37-C4B6-286C6E025236}"/>
          </ac:spMkLst>
        </pc:spChg>
        <pc:spChg chg="add del mod">
          <ac:chgData name="Sheshma Sandeep" userId="549464f3d60f43ee" providerId="LiveId" clId="{DD3D53D7-52EC-4633-B1E6-936D9F6C359D}" dt="2025-10-20T17:49:29.022" v="6236" actId="478"/>
          <ac:spMkLst>
            <pc:docMk/>
            <pc:sldMk cId="2347416693" sldId="289"/>
            <ac:spMk id="7" creationId="{EC581322-ACCC-8ED9-D334-3B14F1E11979}"/>
          </ac:spMkLst>
        </pc:spChg>
        <pc:spChg chg="add del">
          <ac:chgData name="Sheshma Sandeep" userId="549464f3d60f43ee" providerId="LiveId" clId="{DD3D53D7-52EC-4633-B1E6-936D9F6C359D}" dt="2025-10-20T17:50:29.485" v="6239" actId="26606"/>
          <ac:spMkLst>
            <pc:docMk/>
            <pc:sldMk cId="2347416693" sldId="289"/>
            <ac:spMk id="12" creationId="{1A95671B-3CC6-4792-9114-B74FAEA224E6}"/>
          </ac:spMkLst>
        </pc:spChg>
        <pc:spChg chg="add del">
          <ac:chgData name="Sheshma Sandeep" userId="549464f3d60f43ee" providerId="LiveId" clId="{DD3D53D7-52EC-4633-B1E6-936D9F6C359D}" dt="2025-10-20T17:50:29.449" v="6238" actId="26606"/>
          <ac:spMkLst>
            <pc:docMk/>
            <pc:sldMk cId="2347416693" sldId="289"/>
            <ac:spMk id="17" creationId="{1B15ED52-F352-441B-82BF-E0EA34836D08}"/>
          </ac:spMkLst>
        </pc:spChg>
        <pc:spChg chg="add del">
          <ac:chgData name="Sheshma Sandeep" userId="549464f3d60f43ee" providerId="LiveId" clId="{DD3D53D7-52EC-4633-B1E6-936D9F6C359D}" dt="2025-10-20T17:50:29.449" v="6238" actId="26606"/>
          <ac:spMkLst>
            <pc:docMk/>
            <pc:sldMk cId="2347416693" sldId="289"/>
            <ac:spMk id="19" creationId="{3B2E3793-BFE6-45A2-9B7B-E18844431C99}"/>
          </ac:spMkLst>
        </pc:spChg>
        <pc:spChg chg="add del">
          <ac:chgData name="Sheshma Sandeep" userId="549464f3d60f43ee" providerId="LiveId" clId="{DD3D53D7-52EC-4633-B1E6-936D9F6C359D}" dt="2025-10-20T17:50:29.449" v="6238" actId="26606"/>
          <ac:spMkLst>
            <pc:docMk/>
            <pc:sldMk cId="2347416693" sldId="289"/>
            <ac:spMk id="21" creationId="{BC4C4868-CB8F-4AF9-9CDB-8108F2C19B67}"/>
          </ac:spMkLst>
        </pc:spChg>
        <pc:spChg chg="add del">
          <ac:chgData name="Sheshma Sandeep" userId="549464f3d60f43ee" providerId="LiveId" clId="{DD3D53D7-52EC-4633-B1E6-936D9F6C359D}" dt="2025-10-20T17:50:29.449" v="6238" actId="26606"/>
          <ac:spMkLst>
            <pc:docMk/>
            <pc:sldMk cId="2347416693" sldId="289"/>
            <ac:spMk id="23" creationId="{375E0459-6403-40CD-989D-56A4407CA12E}"/>
          </ac:spMkLst>
        </pc:spChg>
        <pc:spChg chg="add del">
          <ac:chgData name="Sheshma Sandeep" userId="549464f3d60f43ee" providerId="LiveId" clId="{DD3D53D7-52EC-4633-B1E6-936D9F6C359D}" dt="2025-10-20T17:50:29.449" v="6238" actId="26606"/>
          <ac:spMkLst>
            <pc:docMk/>
            <pc:sldMk cId="2347416693" sldId="289"/>
            <ac:spMk id="25" creationId="{53E5B1A8-3AC9-4BD1-9BBC-78CA94F2D1BA}"/>
          </ac:spMkLst>
        </pc:spChg>
        <pc:spChg chg="add">
          <ac:chgData name="Sheshma Sandeep" userId="549464f3d60f43ee" providerId="LiveId" clId="{DD3D53D7-52EC-4633-B1E6-936D9F6C359D}" dt="2025-10-20T17:50:29.485" v="6239" actId="26606"/>
          <ac:spMkLst>
            <pc:docMk/>
            <pc:sldMk cId="2347416693" sldId="289"/>
            <ac:spMk id="27" creationId="{DBC6133C-0615-4CE4-9132-37E609A9BDFA}"/>
          </ac:spMkLst>
        </pc:spChg>
        <pc:spChg chg="add">
          <ac:chgData name="Sheshma Sandeep" userId="549464f3d60f43ee" providerId="LiveId" clId="{DD3D53D7-52EC-4633-B1E6-936D9F6C359D}" dt="2025-10-20T17:50:29.485" v="6239" actId="26606"/>
          <ac:spMkLst>
            <pc:docMk/>
            <pc:sldMk cId="2347416693" sldId="289"/>
            <ac:spMk id="28" creationId="{169CC832-2974-4E8D-90ED-3E2941BA7336}"/>
          </ac:spMkLst>
        </pc:spChg>
        <pc:spChg chg="add">
          <ac:chgData name="Sheshma Sandeep" userId="549464f3d60f43ee" providerId="LiveId" clId="{DD3D53D7-52EC-4633-B1E6-936D9F6C359D}" dt="2025-10-20T17:50:29.485" v="6239" actId="26606"/>
          <ac:spMkLst>
            <pc:docMk/>
            <pc:sldMk cId="2347416693" sldId="289"/>
            <ac:spMk id="29" creationId="{55222F96-971A-4F90-B841-6BAB416C7AC1}"/>
          </ac:spMkLst>
        </pc:spChg>
        <pc:spChg chg="add">
          <ac:chgData name="Sheshma Sandeep" userId="549464f3d60f43ee" providerId="LiveId" clId="{DD3D53D7-52EC-4633-B1E6-936D9F6C359D}" dt="2025-10-20T17:50:29.485" v="6239" actId="26606"/>
          <ac:spMkLst>
            <pc:docMk/>
            <pc:sldMk cId="2347416693" sldId="289"/>
            <ac:spMk id="30" creationId="{08980754-6F4B-43C9-B9BE-127B6BED6586}"/>
          </ac:spMkLst>
        </pc:spChg>
        <pc:spChg chg="add">
          <ac:chgData name="Sheshma Sandeep" userId="549464f3d60f43ee" providerId="LiveId" clId="{DD3D53D7-52EC-4633-B1E6-936D9F6C359D}" dt="2025-10-20T17:50:29.485" v="6239" actId="26606"/>
          <ac:spMkLst>
            <pc:docMk/>
            <pc:sldMk cId="2347416693" sldId="289"/>
            <ac:spMk id="31" creationId="{2C1BBA94-3F40-40AA-8BB9-E69E25E537C1}"/>
          </ac:spMkLst>
        </pc:spChg>
        <pc:graphicFrameChg chg="add mod ord modGraphic">
          <ac:chgData name="Sheshma Sandeep" userId="549464f3d60f43ee" providerId="LiveId" clId="{DD3D53D7-52EC-4633-B1E6-936D9F6C359D}" dt="2025-10-20T17:50:29.485" v="6239" actId="26606"/>
          <ac:graphicFrameMkLst>
            <pc:docMk/>
            <pc:sldMk cId="2347416693" sldId="289"/>
            <ac:graphicFrameMk id="4" creationId="{935D8207-9A6D-4ABE-70ED-DFEBFF7CF04A}"/>
          </ac:graphicFrameMkLst>
        </pc:graphicFrameChg>
      </pc:sldChg>
      <pc:sldChg chg="delSp add del setBg delDesignElem">
        <pc:chgData name="Sheshma Sandeep" userId="549464f3d60f43ee" providerId="LiveId" clId="{DD3D53D7-52EC-4633-B1E6-936D9F6C359D}" dt="2025-10-13T03:51:58.917" v="2311" actId="47"/>
        <pc:sldMkLst>
          <pc:docMk/>
          <pc:sldMk cId="4206830550" sldId="289"/>
        </pc:sldMkLst>
      </pc:sldChg>
      <pc:sldChg chg="add del">
        <pc:chgData name="Sheshma Sandeep" userId="549464f3d60f43ee" providerId="LiveId" clId="{DD3D53D7-52EC-4633-B1E6-936D9F6C359D}" dt="2025-10-13T03:51:55.333" v="2310" actId="47"/>
        <pc:sldMkLst>
          <pc:docMk/>
          <pc:sldMk cId="1541144774" sldId="290"/>
        </pc:sldMkLst>
      </pc:sldChg>
      <pc:sldChg chg="addSp delSp modSp new del mod ord setBg">
        <pc:chgData name="Sheshma Sandeep" userId="549464f3d60f43ee" providerId="LiveId" clId="{DD3D53D7-52EC-4633-B1E6-936D9F6C359D}" dt="2025-10-14T18:45:07.155" v="3311" actId="47"/>
        <pc:sldMkLst>
          <pc:docMk/>
          <pc:sldMk cId="3902521037" sldId="290"/>
        </pc:sldMkLst>
      </pc:sldChg>
      <pc:sldChg chg="addSp delSp modSp new mod setBg delAnim">
        <pc:chgData name="Sheshma Sandeep" userId="549464f3d60f43ee" providerId="LiveId" clId="{DD3D53D7-52EC-4633-B1E6-936D9F6C359D}" dt="2025-10-17T23:56:56.049" v="6197" actId="478"/>
        <pc:sldMkLst>
          <pc:docMk/>
          <pc:sldMk cId="4185369979" sldId="291"/>
        </pc:sldMkLst>
        <pc:spChg chg="add mod">
          <ac:chgData name="Sheshma Sandeep" userId="549464f3d60f43ee" providerId="LiveId" clId="{DD3D53D7-52EC-4633-B1E6-936D9F6C359D}" dt="2025-10-17T20:39:30.163" v="6189" actId="255"/>
          <ac:spMkLst>
            <pc:docMk/>
            <pc:sldMk cId="4185369979" sldId="291"/>
            <ac:spMk id="2" creationId="{647F9843-5E82-1150-4015-CCA26CC3D5B4}"/>
          </ac:spMkLst>
        </pc:spChg>
        <pc:spChg chg="add mod">
          <ac:chgData name="Sheshma Sandeep" userId="549464f3d60f43ee" providerId="LiveId" clId="{DD3D53D7-52EC-4633-B1E6-936D9F6C359D}" dt="2025-10-14T15:53:08.745" v="2848" actId="207"/>
          <ac:spMkLst>
            <pc:docMk/>
            <pc:sldMk cId="4185369979" sldId="291"/>
            <ac:spMk id="8" creationId="{65511CCD-AFF1-22DB-EACE-BA064ABC62F6}"/>
          </ac:spMkLst>
        </pc:spChg>
        <pc:spChg chg="add mod">
          <ac:chgData name="Sheshma Sandeep" userId="549464f3d60f43ee" providerId="LiveId" clId="{DD3D53D7-52EC-4633-B1E6-936D9F6C359D}" dt="2025-10-14T04:12:26.667" v="2771" actId="20577"/>
          <ac:spMkLst>
            <pc:docMk/>
            <pc:sldMk cId="4185369979" sldId="291"/>
            <ac:spMk id="9" creationId="{133E0560-7AB3-B302-AF39-2F400BAB7C20}"/>
          </ac:spMkLst>
        </pc:spChg>
        <pc:spChg chg="add">
          <ac:chgData name="Sheshma Sandeep" userId="549464f3d60f43ee" providerId="LiveId" clId="{DD3D53D7-52EC-4633-B1E6-936D9F6C359D}" dt="2025-10-14T04:04:04.488" v="2713" actId="26606"/>
          <ac:spMkLst>
            <pc:docMk/>
            <pc:sldMk cId="4185369979" sldId="291"/>
            <ac:spMk id="19" creationId="{AB8C311F-7253-4AED-9701-7FC0708C41C7}"/>
          </ac:spMkLst>
        </pc:spChg>
        <pc:spChg chg="add">
          <ac:chgData name="Sheshma Sandeep" userId="549464f3d60f43ee" providerId="LiveId" clId="{DD3D53D7-52EC-4633-B1E6-936D9F6C359D}" dt="2025-10-14T04:04:04.488" v="2713" actId="26606"/>
          <ac:spMkLst>
            <pc:docMk/>
            <pc:sldMk cId="4185369979" sldId="291"/>
            <ac:spMk id="20" creationId="{E2384209-CB15-4CDF-9D31-C44FD9A3F20D}"/>
          </ac:spMkLst>
        </pc:spChg>
        <pc:spChg chg="add">
          <ac:chgData name="Sheshma Sandeep" userId="549464f3d60f43ee" providerId="LiveId" clId="{DD3D53D7-52EC-4633-B1E6-936D9F6C359D}" dt="2025-10-14T04:04:04.488" v="2713" actId="26606"/>
          <ac:spMkLst>
            <pc:docMk/>
            <pc:sldMk cId="4185369979" sldId="291"/>
            <ac:spMk id="21" creationId="{2633B3B5-CC90-43F0-8714-D31D1F3F0209}"/>
          </ac:spMkLst>
        </pc:spChg>
        <pc:spChg chg="add">
          <ac:chgData name="Sheshma Sandeep" userId="549464f3d60f43ee" providerId="LiveId" clId="{DD3D53D7-52EC-4633-B1E6-936D9F6C359D}" dt="2025-10-14T04:04:04.488" v="2713" actId="26606"/>
          <ac:spMkLst>
            <pc:docMk/>
            <pc:sldMk cId="4185369979" sldId="291"/>
            <ac:spMk id="22" creationId="{A8D57A06-A426-446D-B02C-A2DC6B62E45E}"/>
          </ac:spMkLst>
        </pc:spChg>
        <pc:picChg chg="add mod">
          <ac:chgData name="Sheshma Sandeep" userId="549464f3d60f43ee" providerId="LiveId" clId="{DD3D53D7-52EC-4633-B1E6-936D9F6C359D}" dt="2025-10-14T04:04:52.682" v="2715" actId="1076"/>
          <ac:picMkLst>
            <pc:docMk/>
            <pc:sldMk cId="4185369979" sldId="291"/>
            <ac:picMk id="5" creationId="{ED8C7636-AA1B-E0F6-105D-D392B9830DD6}"/>
          </ac:picMkLst>
        </pc:picChg>
      </pc:sldChg>
      <pc:sldChg chg="addSp delSp modSp new del mod setBg">
        <pc:chgData name="Sheshma Sandeep" userId="549464f3d60f43ee" providerId="LiveId" clId="{DD3D53D7-52EC-4633-B1E6-936D9F6C359D}" dt="2025-10-14T17:05:25.627" v="3037" actId="47"/>
        <pc:sldMkLst>
          <pc:docMk/>
          <pc:sldMk cId="2739499915" sldId="292"/>
        </pc:sldMkLst>
      </pc:sldChg>
      <pc:sldChg chg="addSp delSp modSp new mod setBg">
        <pc:chgData name="Sheshma Sandeep" userId="549464f3d60f43ee" providerId="LiveId" clId="{DD3D53D7-52EC-4633-B1E6-936D9F6C359D}" dt="2025-10-17T20:39:02.740" v="6188"/>
        <pc:sldMkLst>
          <pc:docMk/>
          <pc:sldMk cId="470558420" sldId="293"/>
        </pc:sldMkLst>
        <pc:spChg chg="mod">
          <ac:chgData name="Sheshma Sandeep" userId="549464f3d60f43ee" providerId="LiveId" clId="{DD3D53D7-52EC-4633-B1E6-936D9F6C359D}" dt="2025-10-17T16:53:19.157" v="4404" actId="27636"/>
          <ac:spMkLst>
            <pc:docMk/>
            <pc:sldMk cId="470558420" sldId="293"/>
            <ac:spMk id="2" creationId="{E763782E-0B5D-5746-335A-B712A70666A9}"/>
          </ac:spMkLst>
        </pc:spChg>
        <pc:spChg chg="add mod">
          <ac:chgData name="Sheshma Sandeep" userId="549464f3d60f43ee" providerId="LiveId" clId="{DD3D53D7-52EC-4633-B1E6-936D9F6C359D}" dt="2025-10-14T18:24:38.423" v="3289" actId="14100"/>
          <ac:spMkLst>
            <pc:docMk/>
            <pc:sldMk cId="470558420" sldId="293"/>
            <ac:spMk id="5" creationId="{3C9E5B19-9EC5-CA36-F974-15FAAE7FFABA}"/>
          </ac:spMkLst>
        </pc:spChg>
        <pc:spChg chg="add">
          <ac:chgData name="Sheshma Sandeep" userId="549464f3d60f43ee" providerId="LiveId" clId="{DD3D53D7-52EC-4633-B1E6-936D9F6C359D}" dt="2025-10-14T18:14:23.381" v="3272" actId="26606"/>
          <ac:spMkLst>
            <pc:docMk/>
            <pc:sldMk cId="470558420" sldId="293"/>
            <ac:spMk id="29" creationId="{7B831B6F-405A-4B47-B9BB-5CA88F285844}"/>
          </ac:spMkLst>
        </pc:spChg>
        <pc:spChg chg="add">
          <ac:chgData name="Sheshma Sandeep" userId="549464f3d60f43ee" providerId="LiveId" clId="{DD3D53D7-52EC-4633-B1E6-936D9F6C359D}" dt="2025-10-14T18:14:23.381" v="3272" actId="26606"/>
          <ac:spMkLst>
            <pc:docMk/>
            <pc:sldMk cId="470558420" sldId="293"/>
            <ac:spMk id="31" creationId="{953EE71A-6488-4203-A7C4-77102FD0DCCA}"/>
          </ac:spMkLst>
        </pc:spChg>
        <pc:picChg chg="add mod">
          <ac:chgData name="Sheshma Sandeep" userId="549464f3d60f43ee" providerId="LiveId" clId="{DD3D53D7-52EC-4633-B1E6-936D9F6C359D}" dt="2025-10-14T18:14:23.381" v="3272" actId="26606"/>
          <ac:picMkLst>
            <pc:docMk/>
            <pc:sldMk cId="470558420" sldId="293"/>
            <ac:picMk id="7" creationId="{531F6A81-6D70-6450-8A61-3B51EC9081EC}"/>
          </ac:picMkLst>
        </pc:picChg>
      </pc:sldChg>
      <pc:sldChg chg="addSp delSp modSp new mod setBg">
        <pc:chgData name="Sheshma Sandeep" userId="549464f3d60f43ee" providerId="LiveId" clId="{DD3D53D7-52EC-4633-B1E6-936D9F6C359D}" dt="2025-10-17T20:39:02.740" v="6188"/>
        <pc:sldMkLst>
          <pc:docMk/>
          <pc:sldMk cId="374905484" sldId="294"/>
        </pc:sldMkLst>
        <pc:spChg chg="mod">
          <ac:chgData name="Sheshma Sandeep" userId="549464f3d60f43ee" providerId="LiveId" clId="{DD3D53D7-52EC-4633-B1E6-936D9F6C359D}" dt="2025-10-14T16:52:39.098" v="2958" actId="26606"/>
          <ac:spMkLst>
            <pc:docMk/>
            <pc:sldMk cId="374905484" sldId="294"/>
            <ac:spMk id="2" creationId="{77DB6B16-79D0-31DF-9571-97B0403DA2D4}"/>
          </ac:spMkLst>
        </pc:spChg>
        <pc:spChg chg="mod">
          <ac:chgData name="Sheshma Sandeep" userId="549464f3d60f43ee" providerId="LiveId" clId="{DD3D53D7-52EC-4633-B1E6-936D9F6C359D}" dt="2025-10-14T16:53:55.665" v="2983" actId="20577"/>
          <ac:spMkLst>
            <pc:docMk/>
            <pc:sldMk cId="374905484" sldId="294"/>
            <ac:spMk id="3" creationId="{0185A522-5DE0-DD7E-3106-0C9FF800FC7B}"/>
          </ac:spMkLst>
        </pc:spChg>
        <pc:spChg chg="add">
          <ac:chgData name="Sheshma Sandeep" userId="549464f3d60f43ee" providerId="LiveId" clId="{DD3D53D7-52EC-4633-B1E6-936D9F6C359D}" dt="2025-10-14T16:52:39.098" v="2958" actId="26606"/>
          <ac:spMkLst>
            <pc:docMk/>
            <pc:sldMk cId="374905484" sldId="294"/>
            <ac:spMk id="22" creationId="{91DC6ABD-215C-4EA8-A483-CEF5B99AB385}"/>
          </ac:spMkLst>
        </pc:spChg>
        <pc:spChg chg="add">
          <ac:chgData name="Sheshma Sandeep" userId="549464f3d60f43ee" providerId="LiveId" clId="{DD3D53D7-52EC-4633-B1E6-936D9F6C359D}" dt="2025-10-14T16:52:39.098" v="2958" actId="26606"/>
          <ac:spMkLst>
            <pc:docMk/>
            <pc:sldMk cId="374905484" sldId="294"/>
            <ac:spMk id="28" creationId="{04357C93-F0CB-4A1C-8F77-4E9063789819}"/>
          </ac:spMkLst>
        </pc:spChg>
        <pc:grpChg chg="add">
          <ac:chgData name="Sheshma Sandeep" userId="549464f3d60f43ee" providerId="LiveId" clId="{DD3D53D7-52EC-4633-B1E6-936D9F6C359D}" dt="2025-10-14T16:52:39.098" v="2958" actId="26606"/>
          <ac:grpSpMkLst>
            <pc:docMk/>
            <pc:sldMk cId="374905484" sldId="294"/>
            <ac:grpSpMk id="24" creationId="{3AF6A671-C637-4547-85F4-51B6D1881399}"/>
          </ac:grpSpMkLst>
        </pc:grpChg>
        <pc:picChg chg="add mod">
          <ac:chgData name="Sheshma Sandeep" userId="549464f3d60f43ee" providerId="LiveId" clId="{DD3D53D7-52EC-4633-B1E6-936D9F6C359D}" dt="2025-10-14T16:52:39.098" v="2958" actId="26606"/>
          <ac:picMkLst>
            <pc:docMk/>
            <pc:sldMk cId="374905484" sldId="294"/>
            <ac:picMk id="7" creationId="{613EDF7C-4D32-2BA0-CAB5-EE30FD550902}"/>
          </ac:picMkLst>
        </pc:picChg>
      </pc:sldChg>
      <pc:sldChg chg="addSp delSp modSp new del mod setBg">
        <pc:chgData name="Sheshma Sandeep" userId="549464f3d60f43ee" providerId="LiveId" clId="{DD3D53D7-52EC-4633-B1E6-936D9F6C359D}" dt="2025-10-17T17:31:36.693" v="5399" actId="47"/>
        <pc:sldMkLst>
          <pc:docMk/>
          <pc:sldMk cId="4268476827" sldId="295"/>
        </pc:sldMkLst>
      </pc:sldChg>
      <pc:sldChg chg="addSp delSp modSp new del mod">
        <pc:chgData name="Sheshma Sandeep" userId="549464f3d60f43ee" providerId="LiveId" clId="{DD3D53D7-52EC-4633-B1E6-936D9F6C359D}" dt="2025-10-17T17:30:56.725" v="5395" actId="47"/>
        <pc:sldMkLst>
          <pc:docMk/>
          <pc:sldMk cId="713923170" sldId="296"/>
        </pc:sldMkLst>
      </pc:sldChg>
      <pc:sldChg chg="addSp delSp modSp new mod ord setBg">
        <pc:chgData name="Sheshma Sandeep" userId="549464f3d60f43ee" providerId="LiveId" clId="{DD3D53D7-52EC-4633-B1E6-936D9F6C359D}" dt="2025-10-17T20:39:02.740" v="6188"/>
        <pc:sldMkLst>
          <pc:docMk/>
          <pc:sldMk cId="3192072995" sldId="297"/>
        </pc:sldMkLst>
        <pc:spChg chg="mod ord">
          <ac:chgData name="Sheshma Sandeep" userId="549464f3d60f43ee" providerId="LiveId" clId="{DD3D53D7-52EC-4633-B1E6-936D9F6C359D}" dt="2025-10-17T20:34:08.310" v="6142" actId="6549"/>
          <ac:spMkLst>
            <pc:docMk/>
            <pc:sldMk cId="3192072995" sldId="297"/>
            <ac:spMk id="2" creationId="{77682266-ADF8-B356-20CC-00B8A5F8F207}"/>
          </ac:spMkLst>
        </pc:spChg>
        <pc:spChg chg="mod ord">
          <ac:chgData name="Sheshma Sandeep" userId="549464f3d60f43ee" providerId="LiveId" clId="{DD3D53D7-52EC-4633-B1E6-936D9F6C359D}" dt="2025-10-17T20:36:05.605" v="6157" actId="255"/>
          <ac:spMkLst>
            <pc:docMk/>
            <pc:sldMk cId="3192072995" sldId="297"/>
            <ac:spMk id="3" creationId="{3380209D-04B3-28C7-B812-081D8ADE143E}"/>
          </ac:spMkLst>
        </pc:spChg>
        <pc:spChg chg="add mod">
          <ac:chgData name="Sheshma Sandeep" userId="549464f3d60f43ee" providerId="LiveId" clId="{DD3D53D7-52EC-4633-B1E6-936D9F6C359D}" dt="2025-10-17T20:35:44.700" v="6156" actId="255"/>
          <ac:spMkLst>
            <pc:docMk/>
            <pc:sldMk cId="3192072995" sldId="297"/>
            <ac:spMk id="6" creationId="{C561A743-C8A9-8D80-D59E-EE773FB3FD65}"/>
          </ac:spMkLst>
        </pc:spChg>
        <pc:spChg chg="add">
          <ac:chgData name="Sheshma Sandeep" userId="549464f3d60f43ee" providerId="LiveId" clId="{DD3D53D7-52EC-4633-B1E6-936D9F6C359D}" dt="2025-10-17T20:19:57.817" v="6031" actId="26606"/>
          <ac:spMkLst>
            <pc:docMk/>
            <pc:sldMk cId="3192072995" sldId="297"/>
            <ac:spMk id="205" creationId="{5A0118C5-4F8D-4CF4-BADD-53FEACC6C42A}"/>
          </ac:spMkLst>
        </pc:spChg>
        <pc:spChg chg="add">
          <ac:chgData name="Sheshma Sandeep" userId="549464f3d60f43ee" providerId="LiveId" clId="{DD3D53D7-52EC-4633-B1E6-936D9F6C359D}" dt="2025-10-17T20:19:57.817" v="6031" actId="26606"/>
          <ac:spMkLst>
            <pc:docMk/>
            <pc:sldMk cId="3192072995" sldId="297"/>
            <ac:spMk id="215" creationId="{EAED1919-54A1-41C9-B30B-A3FF3F58E38B}"/>
          </ac:spMkLst>
        </pc:spChg>
        <pc:spChg chg="add">
          <ac:chgData name="Sheshma Sandeep" userId="549464f3d60f43ee" providerId="LiveId" clId="{DD3D53D7-52EC-4633-B1E6-936D9F6C359D}" dt="2025-10-17T20:19:57.817" v="6031" actId="26606"/>
          <ac:spMkLst>
            <pc:docMk/>
            <pc:sldMk cId="3192072995" sldId="297"/>
            <ac:spMk id="221" creationId="{FFFEB18F-F81F-4CED-BE64-EB888A77C3B8}"/>
          </ac:spMkLst>
        </pc:spChg>
        <pc:picChg chg="add mod">
          <ac:chgData name="Sheshma Sandeep" userId="549464f3d60f43ee" providerId="LiveId" clId="{DD3D53D7-52EC-4633-B1E6-936D9F6C359D}" dt="2025-10-17T20:34:57.057" v="6148" actId="1076"/>
          <ac:picMkLst>
            <pc:docMk/>
            <pc:sldMk cId="3192072995" sldId="297"/>
            <ac:picMk id="4" creationId="{2C0715EF-96BE-D99A-DD7C-238E45AB6197}"/>
          </ac:picMkLst>
        </pc:picChg>
        <pc:picChg chg="add mod ord">
          <ac:chgData name="Sheshma Sandeep" userId="549464f3d60f43ee" providerId="LiveId" clId="{DD3D53D7-52EC-4633-B1E6-936D9F6C359D}" dt="2025-10-17T20:19:57.817" v="6031" actId="26606"/>
          <ac:picMkLst>
            <pc:docMk/>
            <pc:sldMk cId="3192072995" sldId="297"/>
            <ac:picMk id="7" creationId="{7634EACD-3DED-10AB-DEAC-C1E76CE4AFC4}"/>
          </ac:picMkLst>
        </pc:picChg>
      </pc:sldChg>
      <pc:sldChg chg="addSp delSp modSp new del mod ord setBg">
        <pc:chgData name="Sheshma Sandeep" userId="549464f3d60f43ee" providerId="LiveId" clId="{DD3D53D7-52EC-4633-B1E6-936D9F6C359D}" dt="2025-10-17T17:30:41.983" v="5393" actId="47"/>
        <pc:sldMkLst>
          <pc:docMk/>
          <pc:sldMk cId="1410864711" sldId="298"/>
        </pc:sldMkLst>
      </pc:sldChg>
      <pc:sldChg chg="addSp delSp modSp new del mod setBg">
        <pc:chgData name="Sheshma Sandeep" userId="549464f3d60f43ee" providerId="LiveId" clId="{DD3D53D7-52EC-4633-B1E6-936D9F6C359D}" dt="2025-10-17T17:40:18.499" v="5476" actId="47"/>
        <pc:sldMkLst>
          <pc:docMk/>
          <pc:sldMk cId="402560780" sldId="299"/>
        </pc:sldMkLst>
      </pc:sldChg>
      <pc:sldChg chg="addSp delSp modSp new del mod">
        <pc:chgData name="Sheshma Sandeep" userId="549464f3d60f43ee" providerId="LiveId" clId="{DD3D53D7-52EC-4633-B1E6-936D9F6C359D}" dt="2025-10-17T17:30:44.566" v="5394" actId="47"/>
        <pc:sldMkLst>
          <pc:docMk/>
          <pc:sldMk cId="3876564201" sldId="300"/>
        </pc:sldMkLst>
      </pc:sldChg>
      <pc:sldChg chg="addSp delSp modSp new mod ord setBg delAnim">
        <pc:chgData name="Sheshma Sandeep" userId="549464f3d60f43ee" providerId="LiveId" clId="{DD3D53D7-52EC-4633-B1E6-936D9F6C359D}" dt="2025-10-17T22:06:27.936" v="6196" actId="478"/>
        <pc:sldMkLst>
          <pc:docMk/>
          <pc:sldMk cId="2485642631" sldId="301"/>
        </pc:sldMkLst>
        <pc:spChg chg="add del mod">
          <ac:chgData name="Sheshma Sandeep" userId="549464f3d60f43ee" providerId="LiveId" clId="{DD3D53D7-52EC-4633-B1E6-936D9F6C359D}" dt="2025-10-17T19:31:13.768" v="5867" actId="122"/>
          <ac:spMkLst>
            <pc:docMk/>
            <pc:sldMk cId="2485642631" sldId="301"/>
            <ac:spMk id="2" creationId="{7424ED38-A83A-BCE7-EE83-365F5706721E}"/>
          </ac:spMkLst>
        </pc:spChg>
        <pc:spChg chg="add mod topLvl">
          <ac:chgData name="Sheshma Sandeep" userId="549464f3d60f43ee" providerId="LiveId" clId="{DD3D53D7-52EC-4633-B1E6-936D9F6C359D}" dt="2025-10-17T04:37:15.312" v="3898" actId="164"/>
          <ac:spMkLst>
            <pc:docMk/>
            <pc:sldMk cId="2485642631" sldId="301"/>
            <ac:spMk id="4" creationId="{3F3B5F28-C196-FDAD-1CD1-157C881515AB}"/>
          </ac:spMkLst>
        </pc:spChg>
        <pc:spChg chg="add mod topLvl">
          <ac:chgData name="Sheshma Sandeep" userId="549464f3d60f43ee" providerId="LiveId" clId="{DD3D53D7-52EC-4633-B1E6-936D9F6C359D}" dt="2025-10-17T04:37:15.312" v="3898" actId="164"/>
          <ac:spMkLst>
            <pc:docMk/>
            <pc:sldMk cId="2485642631" sldId="301"/>
            <ac:spMk id="5" creationId="{6E4EB081-AD60-4ED3-05D0-A9AE83C0954F}"/>
          </ac:spMkLst>
        </pc:spChg>
        <pc:spChg chg="add mod topLvl">
          <ac:chgData name="Sheshma Sandeep" userId="549464f3d60f43ee" providerId="LiveId" clId="{DD3D53D7-52EC-4633-B1E6-936D9F6C359D}" dt="2025-10-17T04:37:15.312" v="3898" actId="164"/>
          <ac:spMkLst>
            <pc:docMk/>
            <pc:sldMk cId="2485642631" sldId="301"/>
            <ac:spMk id="6" creationId="{2617FAE4-25B2-FBC7-BAD2-52A6074B19C1}"/>
          </ac:spMkLst>
        </pc:spChg>
        <pc:spChg chg="add mod topLvl">
          <ac:chgData name="Sheshma Sandeep" userId="549464f3d60f43ee" providerId="LiveId" clId="{DD3D53D7-52EC-4633-B1E6-936D9F6C359D}" dt="2025-10-17T04:37:15.312" v="3898" actId="164"/>
          <ac:spMkLst>
            <pc:docMk/>
            <pc:sldMk cId="2485642631" sldId="301"/>
            <ac:spMk id="8" creationId="{D475681A-05B2-4454-CC76-801AA0EDB125}"/>
          </ac:spMkLst>
        </pc:spChg>
        <pc:spChg chg="add mod">
          <ac:chgData name="Sheshma Sandeep" userId="549464f3d60f43ee" providerId="LiveId" clId="{DD3D53D7-52EC-4633-B1E6-936D9F6C359D}" dt="2025-10-17T16:22:18.838" v="3986" actId="13822"/>
          <ac:spMkLst>
            <pc:docMk/>
            <pc:sldMk cId="2485642631" sldId="301"/>
            <ac:spMk id="22" creationId="{6DF12EE5-2E8E-C4A1-8C44-8D5BE49AC25B}"/>
          </ac:spMkLst>
        </pc:spChg>
        <pc:spChg chg="add mod">
          <ac:chgData name="Sheshma Sandeep" userId="549464f3d60f43ee" providerId="LiveId" clId="{DD3D53D7-52EC-4633-B1E6-936D9F6C359D}" dt="2025-10-17T16:24:23.993" v="3993" actId="207"/>
          <ac:spMkLst>
            <pc:docMk/>
            <pc:sldMk cId="2485642631" sldId="301"/>
            <ac:spMk id="25" creationId="{65CC8B04-3BD7-8656-8AD1-801C8C7768E9}"/>
          </ac:spMkLst>
        </pc:spChg>
        <pc:spChg chg="add mod">
          <ac:chgData name="Sheshma Sandeep" userId="549464f3d60f43ee" providerId="LiveId" clId="{DD3D53D7-52EC-4633-B1E6-936D9F6C359D}" dt="2025-10-17T04:39:28.970" v="3916" actId="1076"/>
          <ac:spMkLst>
            <pc:docMk/>
            <pc:sldMk cId="2485642631" sldId="301"/>
            <ac:spMk id="27" creationId="{2CCE15C6-E585-4B61-0BE2-DC4DC93E994D}"/>
          </ac:spMkLst>
        </pc:spChg>
        <pc:grpChg chg="add mod">
          <ac:chgData name="Sheshma Sandeep" userId="549464f3d60f43ee" providerId="LiveId" clId="{DD3D53D7-52EC-4633-B1E6-936D9F6C359D}" dt="2025-10-17T04:40:05.985" v="3935" actId="1038"/>
          <ac:grpSpMkLst>
            <pc:docMk/>
            <pc:sldMk cId="2485642631" sldId="301"/>
            <ac:grpSpMk id="28" creationId="{5C1E68E9-9C10-B045-2482-7D625C011AF5}"/>
          </ac:grpSpMkLst>
        </pc:grpChg>
        <pc:picChg chg="add mod">
          <ac:chgData name="Sheshma Sandeep" userId="549464f3d60f43ee" providerId="LiveId" clId="{DD3D53D7-52EC-4633-B1E6-936D9F6C359D}" dt="2025-10-17T04:40:30.826" v="3936" actId="1076"/>
          <ac:picMkLst>
            <pc:docMk/>
            <pc:sldMk cId="2485642631" sldId="301"/>
            <ac:picMk id="20" creationId="{FDA17A58-F832-E07D-66FA-F4935B4D8CDA}"/>
          </ac:picMkLst>
        </pc:picChg>
        <pc:picChg chg="add mod">
          <ac:chgData name="Sheshma Sandeep" userId="549464f3d60f43ee" providerId="LiveId" clId="{DD3D53D7-52EC-4633-B1E6-936D9F6C359D}" dt="2025-10-17T16:22:54.893" v="3989" actId="1076"/>
          <ac:picMkLst>
            <pc:docMk/>
            <pc:sldMk cId="2485642631" sldId="301"/>
            <ac:picMk id="24" creationId="{29FF6A80-C21C-E443-E8F8-126400027BCE}"/>
          </ac:picMkLst>
        </pc:picChg>
        <pc:cxnChg chg="add mod topLvl">
          <ac:chgData name="Sheshma Sandeep" userId="549464f3d60f43ee" providerId="LiveId" clId="{DD3D53D7-52EC-4633-B1E6-936D9F6C359D}" dt="2025-10-17T04:37:15.312" v="3898" actId="164"/>
          <ac:cxnSpMkLst>
            <pc:docMk/>
            <pc:sldMk cId="2485642631" sldId="301"/>
            <ac:cxnSpMk id="10" creationId="{6660E3C8-702B-B55E-14BA-AB889F72C1F9}"/>
          </ac:cxnSpMkLst>
        </pc:cxnChg>
        <pc:cxnChg chg="add mod topLvl">
          <ac:chgData name="Sheshma Sandeep" userId="549464f3d60f43ee" providerId="LiveId" clId="{DD3D53D7-52EC-4633-B1E6-936D9F6C359D}" dt="2025-10-17T04:37:15.312" v="3898" actId="164"/>
          <ac:cxnSpMkLst>
            <pc:docMk/>
            <pc:sldMk cId="2485642631" sldId="301"/>
            <ac:cxnSpMk id="17" creationId="{8FABF552-22C9-9A6E-03D0-B2D18AC5DAC1}"/>
          </ac:cxnSpMkLst>
        </pc:cxnChg>
        <pc:cxnChg chg="add mod topLvl">
          <ac:chgData name="Sheshma Sandeep" userId="549464f3d60f43ee" providerId="LiveId" clId="{DD3D53D7-52EC-4633-B1E6-936D9F6C359D}" dt="2025-10-17T04:37:15.312" v="3898" actId="164"/>
          <ac:cxnSpMkLst>
            <pc:docMk/>
            <pc:sldMk cId="2485642631" sldId="301"/>
            <ac:cxnSpMk id="19" creationId="{675EEF0E-4487-877F-051C-C2B223F1E484}"/>
          </ac:cxnSpMkLst>
        </pc:cxnChg>
        <pc:cxnChg chg="add mod">
          <ac:chgData name="Sheshma Sandeep" userId="549464f3d60f43ee" providerId="LiveId" clId="{DD3D53D7-52EC-4633-B1E6-936D9F6C359D}" dt="2025-10-17T04:40:05.985" v="3935" actId="1038"/>
          <ac:cxnSpMkLst>
            <pc:docMk/>
            <pc:sldMk cId="2485642631" sldId="301"/>
            <ac:cxnSpMk id="30" creationId="{A9029E45-ED56-8F7C-CD4D-853E9A0DB89F}"/>
          </ac:cxnSpMkLst>
        </pc:cxnChg>
        <pc:cxnChg chg="add mod">
          <ac:chgData name="Sheshma Sandeep" userId="549464f3d60f43ee" providerId="LiveId" clId="{DD3D53D7-52EC-4633-B1E6-936D9F6C359D}" dt="2025-10-17T04:39:28.970" v="3916" actId="1076"/>
          <ac:cxnSpMkLst>
            <pc:docMk/>
            <pc:sldMk cId="2485642631" sldId="301"/>
            <ac:cxnSpMk id="31" creationId="{AD9B6EF3-7B70-90E6-E441-9691E857FC4B}"/>
          </ac:cxnSpMkLst>
        </pc:cxnChg>
      </pc:sldChg>
      <pc:sldChg chg="addSp delSp modSp new mod ord">
        <pc:chgData name="Sheshma Sandeep" userId="549464f3d60f43ee" providerId="LiveId" clId="{DD3D53D7-52EC-4633-B1E6-936D9F6C359D}" dt="2025-10-17T19:45:47.237" v="5871"/>
        <pc:sldMkLst>
          <pc:docMk/>
          <pc:sldMk cId="562826073" sldId="302"/>
        </pc:sldMkLst>
        <pc:spChg chg="add mod">
          <ac:chgData name="Sheshma Sandeep" userId="549464f3d60f43ee" providerId="LiveId" clId="{DD3D53D7-52EC-4633-B1E6-936D9F6C359D}" dt="2025-10-17T16:34:28.873" v="4288" actId="404"/>
          <ac:spMkLst>
            <pc:docMk/>
            <pc:sldMk cId="562826073" sldId="302"/>
            <ac:spMk id="4" creationId="{50F672E1-B4F7-BCD2-AF8D-FF616F62E2CA}"/>
          </ac:spMkLst>
        </pc:spChg>
        <pc:spChg chg="add mod">
          <ac:chgData name="Sheshma Sandeep" userId="549464f3d60f43ee" providerId="LiveId" clId="{DD3D53D7-52EC-4633-B1E6-936D9F6C359D}" dt="2025-10-17T16:34:28.873" v="4288" actId="404"/>
          <ac:spMkLst>
            <pc:docMk/>
            <pc:sldMk cId="562826073" sldId="302"/>
            <ac:spMk id="5" creationId="{EC736049-7F47-E4DE-C370-DDABE5119653}"/>
          </ac:spMkLst>
        </pc:spChg>
        <pc:spChg chg="add mod">
          <ac:chgData name="Sheshma Sandeep" userId="549464f3d60f43ee" providerId="LiveId" clId="{DD3D53D7-52EC-4633-B1E6-936D9F6C359D}" dt="2025-10-17T16:34:28.873" v="4288" actId="404"/>
          <ac:spMkLst>
            <pc:docMk/>
            <pc:sldMk cId="562826073" sldId="302"/>
            <ac:spMk id="6" creationId="{9F5EF7F3-52CE-3B75-13E9-1AA57F299632}"/>
          </ac:spMkLst>
        </pc:spChg>
        <pc:spChg chg="add mod">
          <ac:chgData name="Sheshma Sandeep" userId="549464f3d60f43ee" providerId="LiveId" clId="{DD3D53D7-52EC-4633-B1E6-936D9F6C359D}" dt="2025-10-17T16:34:28.873" v="4288" actId="404"/>
          <ac:spMkLst>
            <pc:docMk/>
            <pc:sldMk cId="562826073" sldId="302"/>
            <ac:spMk id="7" creationId="{AFE1489F-4ADC-C104-82DC-36CBFB18FA2E}"/>
          </ac:spMkLst>
        </pc:spChg>
        <pc:spChg chg="add del mod">
          <ac:chgData name="Sheshma Sandeep" userId="549464f3d60f43ee" providerId="LiveId" clId="{DD3D53D7-52EC-4633-B1E6-936D9F6C359D}" dt="2025-10-17T17:34:17.224" v="5401" actId="14100"/>
          <ac:spMkLst>
            <pc:docMk/>
            <pc:sldMk cId="562826073" sldId="302"/>
            <ac:spMk id="22" creationId="{26B5EA21-59A5-E82E-6DDC-BA09DBDF3752}"/>
          </ac:spMkLst>
        </pc:spChg>
        <pc:spChg chg="add mod">
          <ac:chgData name="Sheshma Sandeep" userId="549464f3d60f43ee" providerId="LiveId" clId="{DD3D53D7-52EC-4633-B1E6-936D9F6C359D}" dt="2025-10-17T18:59:15.835" v="5515" actId="20577"/>
          <ac:spMkLst>
            <pc:docMk/>
            <pc:sldMk cId="562826073" sldId="302"/>
            <ac:spMk id="28" creationId="{21DDEE5F-44B6-5CA0-4555-4330C55AF933}"/>
          </ac:spMkLst>
        </pc:spChg>
        <pc:picChg chg="add mod">
          <ac:chgData name="Sheshma Sandeep" userId="549464f3d60f43ee" providerId="LiveId" clId="{DD3D53D7-52EC-4633-B1E6-936D9F6C359D}" dt="2025-10-17T16:38:09.869" v="4324" actId="1076"/>
          <ac:picMkLst>
            <pc:docMk/>
            <pc:sldMk cId="562826073" sldId="302"/>
            <ac:picMk id="13" creationId="{1348BA1D-D923-A475-C4C2-AEB5827D116A}"/>
          </ac:picMkLst>
        </pc:picChg>
        <pc:picChg chg="add mod">
          <ac:chgData name="Sheshma Sandeep" userId="549464f3d60f43ee" providerId="LiveId" clId="{DD3D53D7-52EC-4633-B1E6-936D9F6C359D}" dt="2025-10-17T16:36:13.652" v="4309" actId="1076"/>
          <ac:picMkLst>
            <pc:docMk/>
            <pc:sldMk cId="562826073" sldId="302"/>
            <ac:picMk id="15" creationId="{FE01E619-1E13-0EDC-9D6B-D5AFBC67A89B}"/>
          </ac:picMkLst>
        </pc:picChg>
        <pc:picChg chg="add mod">
          <ac:chgData name="Sheshma Sandeep" userId="549464f3d60f43ee" providerId="LiveId" clId="{DD3D53D7-52EC-4633-B1E6-936D9F6C359D}" dt="2025-10-17T16:36:32.627" v="4317" actId="1037"/>
          <ac:picMkLst>
            <pc:docMk/>
            <pc:sldMk cId="562826073" sldId="302"/>
            <ac:picMk id="17" creationId="{445783A7-93AB-295F-D589-1AD2114E0816}"/>
          </ac:picMkLst>
        </pc:picChg>
        <pc:picChg chg="add mod">
          <ac:chgData name="Sheshma Sandeep" userId="549464f3d60f43ee" providerId="LiveId" clId="{DD3D53D7-52EC-4633-B1E6-936D9F6C359D}" dt="2025-10-17T16:36:52.925" v="4319" actId="1076"/>
          <ac:picMkLst>
            <pc:docMk/>
            <pc:sldMk cId="562826073" sldId="302"/>
            <ac:picMk id="19" creationId="{CA782A0C-C83F-311D-36BD-3AE0C7D13461}"/>
          </ac:picMkLst>
        </pc:picChg>
        <pc:cxnChg chg="add mod">
          <ac:chgData name="Sheshma Sandeep" userId="549464f3d60f43ee" providerId="LiveId" clId="{DD3D53D7-52EC-4633-B1E6-936D9F6C359D}" dt="2025-10-17T16:35:03.803" v="4300" actId="692"/>
          <ac:cxnSpMkLst>
            <pc:docMk/>
            <pc:sldMk cId="562826073" sldId="302"/>
            <ac:cxnSpMk id="9" creationId="{A2CBA0C8-8315-9535-4023-D533F900E5EA}"/>
          </ac:cxnSpMkLst>
        </pc:cxnChg>
        <pc:cxnChg chg="add mod">
          <ac:chgData name="Sheshma Sandeep" userId="549464f3d60f43ee" providerId="LiveId" clId="{DD3D53D7-52EC-4633-B1E6-936D9F6C359D}" dt="2025-10-17T16:35:10.185" v="4302" actId="1076"/>
          <ac:cxnSpMkLst>
            <pc:docMk/>
            <pc:sldMk cId="562826073" sldId="302"/>
            <ac:cxnSpMk id="10" creationId="{F896AD95-BD94-028F-2395-A3DE57F8457E}"/>
          </ac:cxnSpMkLst>
        </pc:cxnChg>
        <pc:cxnChg chg="add mod">
          <ac:chgData name="Sheshma Sandeep" userId="549464f3d60f43ee" providerId="LiveId" clId="{DD3D53D7-52EC-4633-B1E6-936D9F6C359D}" dt="2025-10-17T16:35:11.104" v="4303"/>
          <ac:cxnSpMkLst>
            <pc:docMk/>
            <pc:sldMk cId="562826073" sldId="302"/>
            <ac:cxnSpMk id="11" creationId="{9B73A1B2-6193-1B43-2FB4-AC82963797AF}"/>
          </ac:cxnSpMkLst>
        </pc:cxnChg>
      </pc:sldChg>
      <pc:sldChg chg="addSp delSp modSp new mod">
        <pc:chgData name="Sheshma Sandeep" userId="549464f3d60f43ee" providerId="LiveId" clId="{DD3D53D7-52EC-4633-B1E6-936D9F6C359D}" dt="2025-10-17T17:12:42.394" v="4724" actId="113"/>
        <pc:sldMkLst>
          <pc:docMk/>
          <pc:sldMk cId="1651751060" sldId="303"/>
        </pc:sldMkLst>
        <pc:spChg chg="add mod">
          <ac:chgData name="Sheshma Sandeep" userId="549464f3d60f43ee" providerId="LiveId" clId="{DD3D53D7-52EC-4633-B1E6-936D9F6C359D}" dt="2025-10-17T17:12:42.394" v="4724" actId="113"/>
          <ac:spMkLst>
            <pc:docMk/>
            <pc:sldMk cId="1651751060" sldId="303"/>
            <ac:spMk id="7" creationId="{E02DC196-8FF8-C96F-8F1F-459FB8BAC3D8}"/>
          </ac:spMkLst>
        </pc:spChg>
        <pc:spChg chg="add mod">
          <ac:chgData name="Sheshma Sandeep" userId="549464f3d60f43ee" providerId="LiveId" clId="{DD3D53D7-52EC-4633-B1E6-936D9F6C359D}" dt="2025-10-17T17:12:42.394" v="4724" actId="113"/>
          <ac:spMkLst>
            <pc:docMk/>
            <pc:sldMk cId="1651751060" sldId="303"/>
            <ac:spMk id="8" creationId="{8FC4323D-C371-8FF2-DF4A-0101BA7A4967}"/>
          </ac:spMkLst>
        </pc:spChg>
        <pc:spChg chg="add mod">
          <ac:chgData name="Sheshma Sandeep" userId="549464f3d60f43ee" providerId="LiveId" clId="{DD3D53D7-52EC-4633-B1E6-936D9F6C359D}" dt="2025-10-17T17:12:42.394" v="4724" actId="113"/>
          <ac:spMkLst>
            <pc:docMk/>
            <pc:sldMk cId="1651751060" sldId="303"/>
            <ac:spMk id="9" creationId="{D066EDBF-9384-156C-5A64-8266216C53C8}"/>
          </ac:spMkLst>
        </pc:spChg>
        <pc:spChg chg="add mod">
          <ac:chgData name="Sheshma Sandeep" userId="549464f3d60f43ee" providerId="LiveId" clId="{DD3D53D7-52EC-4633-B1E6-936D9F6C359D}" dt="2025-10-17T17:12:42.394" v="4724" actId="113"/>
          <ac:spMkLst>
            <pc:docMk/>
            <pc:sldMk cId="1651751060" sldId="303"/>
            <ac:spMk id="10" creationId="{DCB975D7-B008-777D-7E4A-E8AE5A71BD03}"/>
          </ac:spMkLst>
        </pc:spChg>
        <pc:spChg chg="add mod">
          <ac:chgData name="Sheshma Sandeep" userId="549464f3d60f43ee" providerId="LiveId" clId="{DD3D53D7-52EC-4633-B1E6-936D9F6C359D}" dt="2025-10-17T17:06:48.277" v="4628" actId="1076"/>
          <ac:spMkLst>
            <pc:docMk/>
            <pc:sldMk cId="1651751060" sldId="303"/>
            <ac:spMk id="17" creationId="{530CEE40-0D50-074A-25BD-72D3B3C54103}"/>
          </ac:spMkLst>
        </pc:spChg>
      </pc:sldChg>
      <pc:sldChg chg="addSp delSp modSp add mod">
        <pc:chgData name="Sheshma Sandeep" userId="549464f3d60f43ee" providerId="LiveId" clId="{DD3D53D7-52EC-4633-B1E6-936D9F6C359D}" dt="2025-10-17T17:12:27.438" v="4722" actId="478"/>
        <pc:sldMkLst>
          <pc:docMk/>
          <pc:sldMk cId="175395031" sldId="304"/>
        </pc:sldMkLst>
        <pc:spChg chg="add mod">
          <ac:chgData name="Sheshma Sandeep" userId="549464f3d60f43ee" providerId="LiveId" clId="{DD3D53D7-52EC-4633-B1E6-936D9F6C359D}" dt="2025-10-17T17:11:32.213" v="4714" actId="1076"/>
          <ac:spMkLst>
            <pc:docMk/>
            <pc:sldMk cId="175395031" sldId="304"/>
            <ac:spMk id="3" creationId="{5D2D6E2A-6730-4822-7895-07B9F54D9177}"/>
          </ac:spMkLst>
        </pc:spChg>
        <pc:spChg chg="mod">
          <ac:chgData name="Sheshma Sandeep" userId="549464f3d60f43ee" providerId="LiveId" clId="{DD3D53D7-52EC-4633-B1E6-936D9F6C359D}" dt="2025-10-17T17:11:40.926" v="4715" actId="207"/>
          <ac:spMkLst>
            <pc:docMk/>
            <pc:sldMk cId="175395031" sldId="304"/>
            <ac:spMk id="7" creationId="{CCDEACA1-394B-C33A-96C1-8BD2031859CE}"/>
          </ac:spMkLst>
        </pc:spChg>
        <pc:spChg chg="mod">
          <ac:chgData name="Sheshma Sandeep" userId="549464f3d60f43ee" providerId="LiveId" clId="{DD3D53D7-52EC-4633-B1E6-936D9F6C359D}" dt="2025-10-17T17:12:25.108" v="4721" actId="1076"/>
          <ac:spMkLst>
            <pc:docMk/>
            <pc:sldMk cId="175395031" sldId="304"/>
            <ac:spMk id="11" creationId="{55A8E603-57A0-291C-36E5-AF133834F31C}"/>
          </ac:spMkLst>
        </pc:spChg>
        <pc:picChg chg="mod">
          <ac:chgData name="Sheshma Sandeep" userId="549464f3d60f43ee" providerId="LiveId" clId="{DD3D53D7-52EC-4633-B1E6-936D9F6C359D}" dt="2025-10-17T17:11:32.213" v="4714" actId="1076"/>
          <ac:picMkLst>
            <pc:docMk/>
            <pc:sldMk cId="175395031" sldId="304"/>
            <ac:picMk id="13" creationId="{1B8F658F-BC5F-4942-1389-A2173DF3457D}"/>
          </ac:picMkLst>
        </pc:picChg>
        <pc:picChg chg="mod">
          <ac:chgData name="Sheshma Sandeep" userId="549464f3d60f43ee" providerId="LiveId" clId="{DD3D53D7-52EC-4633-B1E6-936D9F6C359D}" dt="2025-10-17T17:11:32.213" v="4714" actId="1076"/>
          <ac:picMkLst>
            <pc:docMk/>
            <pc:sldMk cId="175395031" sldId="304"/>
            <ac:picMk id="15" creationId="{7F14EBD7-8BFB-0238-D070-9C6F91165270}"/>
          </ac:picMkLst>
        </pc:picChg>
      </pc:sldChg>
      <pc:sldChg chg="addSp modSp add del mod">
        <pc:chgData name="Sheshma Sandeep" userId="549464f3d60f43ee" providerId="LiveId" clId="{DD3D53D7-52EC-4633-B1E6-936D9F6C359D}" dt="2025-10-17T17:13:18.842" v="4725" actId="47"/>
        <pc:sldMkLst>
          <pc:docMk/>
          <pc:sldMk cId="803983343" sldId="305"/>
        </pc:sldMkLst>
      </pc:sldChg>
      <pc:sldChg chg="addSp delSp modSp add mod">
        <pc:chgData name="Sheshma Sandeep" userId="549464f3d60f43ee" providerId="LiveId" clId="{DD3D53D7-52EC-4633-B1E6-936D9F6C359D}" dt="2025-10-17T17:24:21.728" v="5092" actId="1076"/>
        <pc:sldMkLst>
          <pc:docMk/>
          <pc:sldMk cId="868101722" sldId="305"/>
        </pc:sldMkLst>
        <pc:spChg chg="add mod">
          <ac:chgData name="Sheshma Sandeep" userId="549464f3d60f43ee" providerId="LiveId" clId="{DD3D53D7-52EC-4633-B1E6-936D9F6C359D}" dt="2025-10-17T17:13:52.520" v="4749" actId="207"/>
          <ac:spMkLst>
            <pc:docMk/>
            <pc:sldMk cId="868101722" sldId="305"/>
            <ac:spMk id="2" creationId="{7946E42E-2901-496B-D806-25E68013BCA8}"/>
          </ac:spMkLst>
        </pc:spChg>
        <pc:spChg chg="add mod">
          <ac:chgData name="Sheshma Sandeep" userId="549464f3d60f43ee" providerId="LiveId" clId="{DD3D53D7-52EC-4633-B1E6-936D9F6C359D}" dt="2025-10-17T17:19:05.429" v="4944" actId="14100"/>
          <ac:spMkLst>
            <pc:docMk/>
            <pc:sldMk cId="868101722" sldId="305"/>
            <ac:spMk id="4" creationId="{F5FECC85-9F10-3C06-0C16-1CF9696D8BDA}"/>
          </ac:spMkLst>
        </pc:spChg>
        <pc:spChg chg="mod">
          <ac:chgData name="Sheshma Sandeep" userId="549464f3d60f43ee" providerId="LiveId" clId="{DD3D53D7-52EC-4633-B1E6-936D9F6C359D}" dt="2025-10-17T17:21:00.571" v="4960" actId="207"/>
          <ac:spMkLst>
            <pc:docMk/>
            <pc:sldMk cId="868101722" sldId="305"/>
            <ac:spMk id="8" creationId="{2B3EDB15-EA57-46D4-DEF2-AF7191E9D995}"/>
          </ac:spMkLst>
        </pc:spChg>
        <pc:spChg chg="mod">
          <ac:chgData name="Sheshma Sandeep" userId="549464f3d60f43ee" providerId="LiveId" clId="{DD3D53D7-52EC-4633-B1E6-936D9F6C359D}" dt="2025-10-17T17:14:10.893" v="4752" actId="1076"/>
          <ac:spMkLst>
            <pc:docMk/>
            <pc:sldMk cId="868101722" sldId="305"/>
            <ac:spMk id="9" creationId="{36655B8C-3640-E364-3688-1102336A62E1}"/>
          </ac:spMkLst>
        </pc:spChg>
        <pc:spChg chg="mod">
          <ac:chgData name="Sheshma Sandeep" userId="549464f3d60f43ee" providerId="LiveId" clId="{DD3D53D7-52EC-4633-B1E6-936D9F6C359D}" dt="2025-10-17T17:14:14.625" v="4753" actId="1076"/>
          <ac:spMkLst>
            <pc:docMk/>
            <pc:sldMk cId="868101722" sldId="305"/>
            <ac:spMk id="10" creationId="{F71C6EC5-6A74-C264-9D80-7B1F2884D74E}"/>
          </ac:spMkLst>
        </pc:spChg>
        <pc:spChg chg="add del mod">
          <ac:chgData name="Sheshma Sandeep" userId="549464f3d60f43ee" providerId="LiveId" clId="{DD3D53D7-52EC-4633-B1E6-936D9F6C359D}" dt="2025-10-17T17:17:49.381" v="4847" actId="14100"/>
          <ac:spMkLst>
            <pc:docMk/>
            <pc:sldMk cId="868101722" sldId="305"/>
            <ac:spMk id="12" creationId="{2A16A80E-E401-D369-06BA-BC22594E185E}"/>
          </ac:spMkLst>
        </pc:spChg>
        <pc:spChg chg="add mod">
          <ac:chgData name="Sheshma Sandeep" userId="549464f3d60f43ee" providerId="LiveId" clId="{DD3D53D7-52EC-4633-B1E6-936D9F6C359D}" dt="2025-10-17T17:18:24.060" v="4900" actId="20577"/>
          <ac:spMkLst>
            <pc:docMk/>
            <pc:sldMk cId="868101722" sldId="305"/>
            <ac:spMk id="14" creationId="{C6575D7B-F871-1B02-5144-51F428653CC8}"/>
          </ac:spMkLst>
        </pc:spChg>
        <pc:spChg chg="add mod">
          <ac:chgData name="Sheshma Sandeep" userId="549464f3d60f43ee" providerId="LiveId" clId="{DD3D53D7-52EC-4633-B1E6-936D9F6C359D}" dt="2025-10-17T17:24:21.728" v="5092" actId="1076"/>
          <ac:spMkLst>
            <pc:docMk/>
            <pc:sldMk cId="868101722" sldId="305"/>
            <ac:spMk id="16" creationId="{D826E2FF-4C09-2D37-9D10-ADC561183028}"/>
          </ac:spMkLst>
        </pc:spChg>
        <pc:picChg chg="add mod">
          <ac:chgData name="Sheshma Sandeep" userId="549464f3d60f43ee" providerId="LiveId" clId="{DD3D53D7-52EC-4633-B1E6-936D9F6C359D}" dt="2025-10-17T17:16:44.324" v="4775" actId="1076"/>
          <ac:picMkLst>
            <pc:docMk/>
            <pc:sldMk cId="868101722" sldId="305"/>
            <ac:picMk id="6" creationId="{45AF35F0-6C4C-EC06-58EC-D35C536C0F72}"/>
          </ac:picMkLst>
        </pc:picChg>
      </pc:sldChg>
      <pc:sldChg chg="addSp modSp add mod">
        <pc:chgData name="Sheshma Sandeep" userId="549464f3d60f43ee" providerId="LiveId" clId="{DD3D53D7-52EC-4633-B1E6-936D9F6C359D}" dt="2025-10-17T17:25:43.846" v="5185" actId="1035"/>
        <pc:sldMkLst>
          <pc:docMk/>
          <pc:sldMk cId="1342914487" sldId="306"/>
        </pc:sldMkLst>
        <pc:spChg chg="mod ord">
          <ac:chgData name="Sheshma Sandeep" userId="549464f3d60f43ee" providerId="LiveId" clId="{DD3D53D7-52EC-4633-B1E6-936D9F6C359D}" dt="2025-10-17T17:24:40.712" v="5096" actId="14100"/>
          <ac:spMkLst>
            <pc:docMk/>
            <pc:sldMk cId="1342914487" sldId="306"/>
            <ac:spMk id="2" creationId="{1711A140-C406-C38E-3DD8-DB0FFE99827E}"/>
          </ac:spMkLst>
        </pc:spChg>
        <pc:spChg chg="mod">
          <ac:chgData name="Sheshma Sandeep" userId="549464f3d60f43ee" providerId="LiveId" clId="{DD3D53D7-52EC-4633-B1E6-936D9F6C359D}" dt="2025-10-17T17:25:43.846" v="5185" actId="1035"/>
          <ac:spMkLst>
            <pc:docMk/>
            <pc:sldMk cId="1342914487" sldId="306"/>
            <ac:spMk id="4" creationId="{1CB1DAFE-D547-4B6B-E63A-2281033ED801}"/>
          </ac:spMkLst>
        </pc:spChg>
        <pc:spChg chg="mod">
          <ac:chgData name="Sheshma Sandeep" userId="549464f3d60f43ee" providerId="LiveId" clId="{DD3D53D7-52EC-4633-B1E6-936D9F6C359D}" dt="2025-10-17T17:21:09.880" v="4962" actId="207"/>
          <ac:spMkLst>
            <pc:docMk/>
            <pc:sldMk cId="1342914487" sldId="306"/>
            <ac:spMk id="8" creationId="{514DED84-0C5F-DB6B-467B-99F617C25408}"/>
          </ac:spMkLst>
        </pc:spChg>
        <pc:spChg chg="mod">
          <ac:chgData name="Sheshma Sandeep" userId="549464f3d60f43ee" providerId="LiveId" clId="{DD3D53D7-52EC-4633-B1E6-936D9F6C359D}" dt="2025-10-17T17:21:09.880" v="4962" actId="207"/>
          <ac:spMkLst>
            <pc:docMk/>
            <pc:sldMk cId="1342914487" sldId="306"/>
            <ac:spMk id="9" creationId="{2DBD977B-605E-1D95-F152-789160E97C81}"/>
          </ac:spMkLst>
        </pc:spChg>
        <pc:spChg chg="mod">
          <ac:chgData name="Sheshma Sandeep" userId="549464f3d60f43ee" providerId="LiveId" clId="{DD3D53D7-52EC-4633-B1E6-936D9F6C359D}" dt="2025-10-17T17:24:36.512" v="5095" actId="1076"/>
          <ac:spMkLst>
            <pc:docMk/>
            <pc:sldMk cId="1342914487" sldId="306"/>
            <ac:spMk id="16" creationId="{C3D9D39F-F534-6E73-1D53-350C4426D5D6}"/>
          </ac:spMkLst>
        </pc:spChg>
        <pc:spChg chg="add mod">
          <ac:chgData name="Sheshma Sandeep" userId="549464f3d60f43ee" providerId="LiveId" clId="{DD3D53D7-52EC-4633-B1E6-936D9F6C359D}" dt="2025-10-17T17:24:57.268" v="5118" actId="1036"/>
          <ac:spMkLst>
            <pc:docMk/>
            <pc:sldMk cId="1342914487" sldId="306"/>
            <ac:spMk id="17" creationId="{04C9C38E-2F5F-9AD5-3121-35F80F446541}"/>
          </ac:spMkLst>
        </pc:spChg>
        <pc:spChg chg="add mod">
          <ac:chgData name="Sheshma Sandeep" userId="549464f3d60f43ee" providerId="LiveId" clId="{DD3D53D7-52EC-4633-B1E6-936D9F6C359D}" dt="2025-10-17T17:25:22.087" v="5172" actId="1076"/>
          <ac:spMkLst>
            <pc:docMk/>
            <pc:sldMk cId="1342914487" sldId="306"/>
            <ac:spMk id="18" creationId="{A90E31AE-AD22-CCEC-7B27-076394C33F28}"/>
          </ac:spMkLst>
        </pc:spChg>
        <pc:spChg chg="add mod">
          <ac:chgData name="Sheshma Sandeep" userId="549464f3d60f43ee" providerId="LiveId" clId="{DD3D53D7-52EC-4633-B1E6-936D9F6C359D}" dt="2025-10-17T17:25:26.160" v="5173" actId="1076"/>
          <ac:spMkLst>
            <pc:docMk/>
            <pc:sldMk cId="1342914487" sldId="306"/>
            <ac:spMk id="19" creationId="{5F2C58C9-3204-B4D2-F468-90A22C34F917}"/>
          </ac:spMkLst>
        </pc:spChg>
        <pc:picChg chg="add mod">
          <ac:chgData name="Sheshma Sandeep" userId="549464f3d60f43ee" providerId="LiveId" clId="{DD3D53D7-52EC-4633-B1E6-936D9F6C359D}" dt="2025-10-17T17:22:43.100" v="4979" actId="207"/>
          <ac:picMkLst>
            <pc:docMk/>
            <pc:sldMk cId="1342914487" sldId="306"/>
            <ac:picMk id="11" creationId="{36961BB0-5406-FA19-4FF5-4D5BFB4A7B76}"/>
          </ac:picMkLst>
        </pc:picChg>
      </pc:sldChg>
      <pc:sldChg chg="modSp add del mod">
        <pc:chgData name="Sheshma Sandeep" userId="549464f3d60f43ee" providerId="LiveId" clId="{DD3D53D7-52EC-4633-B1E6-936D9F6C359D}" dt="2025-10-17T17:13:20.316" v="4726" actId="47"/>
        <pc:sldMkLst>
          <pc:docMk/>
          <pc:sldMk cId="3273423335" sldId="306"/>
        </pc:sldMkLst>
      </pc:sldChg>
      <pc:sldChg chg="addSp delSp modSp add mod">
        <pc:chgData name="Sheshma Sandeep" userId="549464f3d60f43ee" providerId="LiveId" clId="{DD3D53D7-52EC-4633-B1E6-936D9F6C359D}" dt="2025-10-17T17:29:26.074" v="5388" actId="20577"/>
        <pc:sldMkLst>
          <pc:docMk/>
          <pc:sldMk cId="3762866081" sldId="307"/>
        </pc:sldMkLst>
        <pc:spChg chg="mod ord">
          <ac:chgData name="Sheshma Sandeep" userId="549464f3d60f43ee" providerId="LiveId" clId="{DD3D53D7-52EC-4633-B1E6-936D9F6C359D}" dt="2025-10-17T17:27:26.359" v="5244" actId="1076"/>
          <ac:spMkLst>
            <pc:docMk/>
            <pc:sldMk cId="3762866081" sldId="307"/>
            <ac:spMk id="2" creationId="{38F8A60B-46F3-7A34-095F-5D946AD640C6}"/>
          </ac:spMkLst>
        </pc:spChg>
        <pc:spChg chg="add mod">
          <ac:chgData name="Sheshma Sandeep" userId="549464f3d60f43ee" providerId="LiveId" clId="{DD3D53D7-52EC-4633-B1E6-936D9F6C359D}" dt="2025-10-17T17:28:54.863" v="5341" actId="20577"/>
          <ac:spMkLst>
            <pc:docMk/>
            <pc:sldMk cId="3762866081" sldId="307"/>
            <ac:spMk id="5" creationId="{8A855680-973B-877F-E7A1-146FE102DDEE}"/>
          </ac:spMkLst>
        </pc:spChg>
        <pc:spChg chg="mod">
          <ac:chgData name="Sheshma Sandeep" userId="549464f3d60f43ee" providerId="LiveId" clId="{DD3D53D7-52EC-4633-B1E6-936D9F6C359D}" dt="2025-10-17T17:26:03.937" v="5190" actId="207"/>
          <ac:spMkLst>
            <pc:docMk/>
            <pc:sldMk cId="3762866081" sldId="307"/>
            <ac:spMk id="10" creationId="{697A573E-BC7A-004D-55AA-319E393CB1E1}"/>
          </ac:spMkLst>
        </pc:spChg>
        <pc:spChg chg="add mod">
          <ac:chgData name="Sheshma Sandeep" userId="549464f3d60f43ee" providerId="LiveId" clId="{DD3D53D7-52EC-4633-B1E6-936D9F6C359D}" dt="2025-10-17T17:29:09.997" v="5367" actId="20577"/>
          <ac:spMkLst>
            <pc:docMk/>
            <pc:sldMk cId="3762866081" sldId="307"/>
            <ac:spMk id="24" creationId="{6AF9BD34-BCA2-96D0-2A18-6CFAE9075EC1}"/>
          </ac:spMkLst>
        </pc:spChg>
        <pc:spChg chg="add mod">
          <ac:chgData name="Sheshma Sandeep" userId="549464f3d60f43ee" providerId="LiveId" clId="{DD3D53D7-52EC-4633-B1E6-936D9F6C359D}" dt="2025-10-17T17:29:26.074" v="5388" actId="20577"/>
          <ac:spMkLst>
            <pc:docMk/>
            <pc:sldMk cId="3762866081" sldId="307"/>
            <ac:spMk id="25" creationId="{A00E473F-7BE9-8A46-7BA7-0FDD4E18CEAF}"/>
          </ac:spMkLst>
        </pc:spChg>
        <pc:picChg chg="add mod">
          <ac:chgData name="Sheshma Sandeep" userId="549464f3d60f43ee" providerId="LiveId" clId="{DD3D53D7-52EC-4633-B1E6-936D9F6C359D}" dt="2025-10-17T17:28:42.349" v="5300" actId="1036"/>
          <ac:picMkLst>
            <pc:docMk/>
            <pc:sldMk cId="3762866081" sldId="307"/>
            <ac:picMk id="23" creationId="{A048D918-4EFB-3BCC-82D0-E0EC3DA17F77}"/>
          </ac:picMkLst>
        </pc:picChg>
      </pc:sldChg>
      <pc:sldChg chg="addSp delSp modSp add mod">
        <pc:chgData name="Sheshma Sandeep" userId="549464f3d60f43ee" providerId="LiveId" clId="{DD3D53D7-52EC-4633-B1E6-936D9F6C359D}" dt="2025-10-17T19:06:28.590" v="5589" actId="14100"/>
        <pc:sldMkLst>
          <pc:docMk/>
          <pc:sldMk cId="102869759" sldId="308"/>
        </pc:sldMkLst>
        <pc:spChg chg="mod">
          <ac:chgData name="Sheshma Sandeep" userId="549464f3d60f43ee" providerId="LiveId" clId="{DD3D53D7-52EC-4633-B1E6-936D9F6C359D}" dt="2025-10-17T19:06:28.590" v="5589" actId="14100"/>
          <ac:spMkLst>
            <pc:docMk/>
            <pc:sldMk cId="102869759" sldId="308"/>
            <ac:spMk id="17" creationId="{11C5CB45-A989-3B8A-7A30-3C4CE95F72E7}"/>
          </ac:spMkLst>
        </pc:spChg>
        <pc:spChg chg="add mod">
          <ac:chgData name="Sheshma Sandeep" userId="549464f3d60f43ee" providerId="LiveId" clId="{DD3D53D7-52EC-4633-B1E6-936D9F6C359D}" dt="2025-10-17T17:43:25.982" v="5482" actId="255"/>
          <ac:spMkLst>
            <pc:docMk/>
            <pc:sldMk cId="102869759" sldId="308"/>
            <ac:spMk id="20" creationId="{AA5467E0-821F-DDE5-89D9-80C6910354E8}"/>
          </ac:spMkLst>
        </pc:spChg>
      </pc:sldChg>
      <pc:sldChg chg="new del">
        <pc:chgData name="Sheshma Sandeep" userId="549464f3d60f43ee" providerId="LiveId" clId="{DD3D53D7-52EC-4633-B1E6-936D9F6C359D}" dt="2025-10-17T19:27:03.956" v="5862" actId="47"/>
        <pc:sldMkLst>
          <pc:docMk/>
          <pc:sldMk cId="1330163814" sldId="309"/>
        </pc:sldMkLst>
      </pc:sldChg>
      <pc:sldChg chg="new del">
        <pc:chgData name="Sheshma Sandeep" userId="549464f3d60f43ee" providerId="LiveId" clId="{DD3D53D7-52EC-4633-B1E6-936D9F6C359D}" dt="2025-10-19T19:16:18.024" v="6216" actId="47"/>
        <pc:sldMkLst>
          <pc:docMk/>
          <pc:sldMk cId="3760767130" sldId="310"/>
        </pc:sldMkLst>
      </pc:sldChg>
      <pc:sldChg chg="addSp modSp new mod setBg">
        <pc:chgData name="Sheshma Sandeep" userId="549464f3d60f43ee" providerId="LiveId" clId="{DD3D53D7-52EC-4633-B1E6-936D9F6C359D}" dt="2025-10-17T20:39:02.740" v="6188"/>
        <pc:sldMkLst>
          <pc:docMk/>
          <pc:sldMk cId="144263924" sldId="311"/>
        </pc:sldMkLst>
        <pc:spChg chg="mod">
          <ac:chgData name="Sheshma Sandeep" userId="549464f3d60f43ee" providerId="LiveId" clId="{DD3D53D7-52EC-4633-B1E6-936D9F6C359D}" dt="2025-10-17T19:25:04.268" v="5841" actId="26606"/>
          <ac:spMkLst>
            <pc:docMk/>
            <pc:sldMk cId="144263924" sldId="311"/>
            <ac:spMk id="2" creationId="{1C76C571-2491-D43A-36DC-A9544F42EAE9}"/>
          </ac:spMkLst>
        </pc:spChg>
        <pc:spChg chg="mod">
          <ac:chgData name="Sheshma Sandeep" userId="549464f3d60f43ee" providerId="LiveId" clId="{DD3D53D7-52EC-4633-B1E6-936D9F6C359D}" dt="2025-10-17T19:25:04.268" v="5841" actId="26606"/>
          <ac:spMkLst>
            <pc:docMk/>
            <pc:sldMk cId="144263924" sldId="311"/>
            <ac:spMk id="3" creationId="{87F8BCE4-982E-2873-D82B-2083260874E4}"/>
          </ac:spMkLst>
        </pc:spChg>
        <pc:spChg chg="add">
          <ac:chgData name="Sheshma Sandeep" userId="549464f3d60f43ee" providerId="LiveId" clId="{DD3D53D7-52EC-4633-B1E6-936D9F6C359D}" dt="2025-10-17T19:25:04.268" v="5841" actId="26606"/>
          <ac:spMkLst>
            <pc:docMk/>
            <pc:sldMk cId="144263924" sldId="311"/>
            <ac:spMk id="8" creationId="{5A0118C5-4F8D-4CF4-BADD-53FEACC6C42A}"/>
          </ac:spMkLst>
        </pc:spChg>
        <pc:spChg chg="add">
          <ac:chgData name="Sheshma Sandeep" userId="549464f3d60f43ee" providerId="LiveId" clId="{DD3D53D7-52EC-4633-B1E6-936D9F6C359D}" dt="2025-10-17T19:25:04.268" v="5841" actId="26606"/>
          <ac:spMkLst>
            <pc:docMk/>
            <pc:sldMk cId="144263924" sldId="311"/>
            <ac:spMk id="10" creationId="{A99050EE-26AF-4253-BD50-F0FCD965A8F6}"/>
          </ac:spMkLst>
        </pc:spChg>
        <pc:spChg chg="add">
          <ac:chgData name="Sheshma Sandeep" userId="549464f3d60f43ee" providerId="LiveId" clId="{DD3D53D7-52EC-4633-B1E6-936D9F6C359D}" dt="2025-10-17T19:25:04.268" v="5841" actId="26606"/>
          <ac:spMkLst>
            <pc:docMk/>
            <pc:sldMk cId="144263924" sldId="311"/>
            <ac:spMk id="16" creationId="{D0C78466-EB6E-45A0-99A6-A00789ACD90A}"/>
          </ac:spMkLst>
        </pc:spChg>
        <pc:spChg chg="add">
          <ac:chgData name="Sheshma Sandeep" userId="549464f3d60f43ee" providerId="LiveId" clId="{DD3D53D7-52EC-4633-B1E6-936D9F6C359D}" dt="2025-10-17T19:25:04.268" v="5841" actId="26606"/>
          <ac:spMkLst>
            <pc:docMk/>
            <pc:sldMk cId="144263924" sldId="311"/>
            <ac:spMk id="18" creationId="{E99F76E4-5DFD-4DBE-B042-66FBCD1182C9}"/>
          </ac:spMkLst>
        </pc:spChg>
        <pc:grpChg chg="add">
          <ac:chgData name="Sheshma Sandeep" userId="549464f3d60f43ee" providerId="LiveId" clId="{DD3D53D7-52EC-4633-B1E6-936D9F6C359D}" dt="2025-10-17T19:25:04.268" v="5841" actId="26606"/>
          <ac:grpSpMkLst>
            <pc:docMk/>
            <pc:sldMk cId="144263924" sldId="311"/>
            <ac:grpSpMk id="12" creationId="{00E015F5-1A99-4E40-BC3D-7707802996B5}"/>
          </ac:grpSpMkLst>
        </pc:grpChg>
        <pc:grpChg chg="add">
          <ac:chgData name="Sheshma Sandeep" userId="549464f3d60f43ee" providerId="LiveId" clId="{DD3D53D7-52EC-4633-B1E6-936D9F6C359D}" dt="2025-10-17T19:25:04.268" v="5841" actId="26606"/>
          <ac:grpSpMkLst>
            <pc:docMk/>
            <pc:sldMk cId="144263924" sldId="311"/>
            <ac:grpSpMk id="20" creationId="{5468B3A9-705E-43C3-A742-0619B0D8F2EE}"/>
          </ac:grpSpMkLst>
        </pc:grpChg>
        <pc:grpChg chg="add">
          <ac:chgData name="Sheshma Sandeep" userId="549464f3d60f43ee" providerId="LiveId" clId="{DD3D53D7-52EC-4633-B1E6-936D9F6C359D}" dt="2025-10-17T19:25:04.268" v="5841" actId="26606"/>
          <ac:grpSpMkLst>
            <pc:docMk/>
            <pc:sldMk cId="144263924" sldId="311"/>
            <ac:grpSpMk id="191" creationId="{773717CC-ECEE-4ABF-BA61-C59F46801775}"/>
          </ac:grpSpMkLst>
        </pc:grpChg>
      </pc:sldChg>
      <pc:sldChg chg="addSp delSp modSp new mod setBg">
        <pc:chgData name="Sheshma Sandeep" userId="549464f3d60f43ee" providerId="LiveId" clId="{DD3D53D7-52EC-4633-B1E6-936D9F6C359D}" dt="2025-10-17T20:39:02.740" v="6188"/>
        <pc:sldMkLst>
          <pc:docMk/>
          <pc:sldMk cId="2006055450" sldId="312"/>
        </pc:sldMkLst>
        <pc:spChg chg="mod">
          <ac:chgData name="Sheshma Sandeep" userId="549464f3d60f43ee" providerId="LiveId" clId="{DD3D53D7-52EC-4633-B1E6-936D9F6C359D}" dt="2025-10-17T19:27:34.484" v="5865" actId="255"/>
          <ac:spMkLst>
            <pc:docMk/>
            <pc:sldMk cId="2006055450" sldId="312"/>
            <ac:spMk id="3" creationId="{181CB24E-1B55-9335-CF1E-85F37CDF04D6}"/>
          </ac:spMkLst>
        </pc:spChg>
        <pc:spChg chg="add">
          <ac:chgData name="Sheshma Sandeep" userId="549464f3d60f43ee" providerId="LiveId" clId="{DD3D53D7-52EC-4633-B1E6-936D9F6C359D}" dt="2025-10-17T19:25:52.787" v="5858" actId="26606"/>
          <ac:spMkLst>
            <pc:docMk/>
            <pc:sldMk cId="2006055450" sldId="312"/>
            <ac:spMk id="8" creationId="{98DDA986-B6EE-4642-AC60-0490373E69D0}"/>
          </ac:spMkLst>
        </pc:spChg>
        <pc:spChg chg="add">
          <ac:chgData name="Sheshma Sandeep" userId="549464f3d60f43ee" providerId="LiveId" clId="{DD3D53D7-52EC-4633-B1E6-936D9F6C359D}" dt="2025-10-17T19:25:52.787" v="5858" actId="26606"/>
          <ac:spMkLst>
            <pc:docMk/>
            <pc:sldMk cId="2006055450" sldId="312"/>
            <ac:spMk id="10" creationId="{80B62878-12EF-4E97-A284-47BAFC30DA2E}"/>
          </ac:spMkLst>
        </pc:spChg>
        <pc:spChg chg="add">
          <ac:chgData name="Sheshma Sandeep" userId="549464f3d60f43ee" providerId="LiveId" clId="{DD3D53D7-52EC-4633-B1E6-936D9F6C359D}" dt="2025-10-17T19:25:52.787" v="5858" actId="26606"/>
          <ac:spMkLst>
            <pc:docMk/>
            <pc:sldMk cId="2006055450" sldId="312"/>
            <ac:spMk id="12" creationId="{6D79188D-1ED5-4705-B8C7-5D6FB7670AB3}"/>
          </ac:spMkLst>
        </pc:spChg>
      </pc:sldChg>
      <pc:sldChg chg="new del">
        <pc:chgData name="Sheshma Sandeep" userId="549464f3d60f43ee" providerId="LiveId" clId="{DD3D53D7-52EC-4633-B1E6-936D9F6C359D}" dt="2025-10-19T19:16:20.083" v="6217" actId="47"/>
        <pc:sldMkLst>
          <pc:docMk/>
          <pc:sldMk cId="3940542213" sldId="313"/>
        </pc:sldMkLst>
      </pc:sldChg>
      <pc:sldChg chg="addSp delSp modSp new mod setBg">
        <pc:chgData name="Sheshma Sandeep" userId="549464f3d60f43ee" providerId="LiveId" clId="{DD3D53D7-52EC-4633-B1E6-936D9F6C359D}" dt="2025-10-18T00:20:31.853" v="6199" actId="1076"/>
        <pc:sldMkLst>
          <pc:docMk/>
          <pc:sldMk cId="493818068" sldId="314"/>
        </pc:sldMkLst>
        <pc:spChg chg="mod">
          <ac:chgData name="Sheshma Sandeep" userId="549464f3d60f43ee" providerId="LiveId" clId="{DD3D53D7-52EC-4633-B1E6-936D9F6C359D}" dt="2025-10-18T00:20:31.853" v="6199" actId="1076"/>
          <ac:spMkLst>
            <pc:docMk/>
            <pc:sldMk cId="493818068" sldId="314"/>
            <ac:spMk id="2" creationId="{3D8DE58C-9097-D43E-D177-689843FC6132}"/>
          </ac:spMkLst>
        </pc:spChg>
        <pc:spChg chg="add mod">
          <ac:chgData name="Sheshma Sandeep" userId="549464f3d60f43ee" providerId="LiveId" clId="{DD3D53D7-52EC-4633-B1E6-936D9F6C359D}" dt="2025-10-17T20:32:05.205" v="6125" actId="207"/>
          <ac:spMkLst>
            <pc:docMk/>
            <pc:sldMk cId="493818068" sldId="314"/>
            <ac:spMk id="10" creationId="{BACC6370-2D7E-4714-9D71-7542949D7D5D}"/>
          </ac:spMkLst>
        </pc:spChg>
        <pc:spChg chg="add mod">
          <ac:chgData name="Sheshma Sandeep" userId="549464f3d60f43ee" providerId="LiveId" clId="{DD3D53D7-52EC-4633-B1E6-936D9F6C359D}" dt="2025-10-17T20:32:05.205" v="6125" actId="207"/>
          <ac:spMkLst>
            <pc:docMk/>
            <pc:sldMk cId="493818068" sldId="314"/>
            <ac:spMk id="12" creationId="{F68B3F68-107C-434F-AA38-110D5EA91B85}"/>
          </ac:spMkLst>
        </pc:spChg>
        <pc:spChg chg="add mod">
          <ac:chgData name="Sheshma Sandeep" userId="549464f3d60f43ee" providerId="LiveId" clId="{DD3D53D7-52EC-4633-B1E6-936D9F6C359D}" dt="2025-10-17T20:32:05.205" v="6125" actId="207"/>
          <ac:spMkLst>
            <pc:docMk/>
            <pc:sldMk cId="493818068" sldId="314"/>
            <ac:spMk id="14" creationId="{AAD0DBB9-1A4B-4391-81D4-CB19F9AB918A}"/>
          </ac:spMkLst>
        </pc:spChg>
        <pc:spChg chg="add mod">
          <ac:chgData name="Sheshma Sandeep" userId="549464f3d60f43ee" providerId="LiveId" clId="{DD3D53D7-52EC-4633-B1E6-936D9F6C359D}" dt="2025-10-17T20:32:05.205" v="6125" actId="207"/>
          <ac:spMkLst>
            <pc:docMk/>
            <pc:sldMk cId="493818068" sldId="314"/>
            <ac:spMk id="16" creationId="{063BBA22-50EA-4C4D-BE05-F1CE4E63AA56}"/>
          </ac:spMkLst>
        </pc:spChg>
        <pc:graphicFrameChg chg="add mod">
          <ac:chgData name="Sheshma Sandeep" userId="549464f3d60f43ee" providerId="LiveId" clId="{DD3D53D7-52EC-4633-B1E6-936D9F6C359D}" dt="2025-10-17T20:32:41.867" v="6129"/>
          <ac:graphicFrameMkLst>
            <pc:docMk/>
            <pc:sldMk cId="493818068" sldId="314"/>
            <ac:graphicFrameMk id="6" creationId="{06A14A96-38B5-15DB-E69A-57F9A6ECD1D9}"/>
          </ac:graphicFrameMkLst>
        </pc:graphicFrameChg>
      </pc:sldChg>
      <pc:sldChg chg="addSp delSp modSp new del mod">
        <pc:chgData name="Sheshma Sandeep" userId="549464f3d60f43ee" providerId="LiveId" clId="{DD3D53D7-52EC-4633-B1E6-936D9F6C359D}" dt="2025-10-17T20:19:38.854" v="6030" actId="47"/>
        <pc:sldMkLst>
          <pc:docMk/>
          <pc:sldMk cId="2394248879" sldId="315"/>
        </pc:sldMkLst>
      </pc:sldChg>
      <pc:sldChg chg="addSp delSp modSp new add del mod setBg">
        <pc:chgData name="Sheshma Sandeep" userId="549464f3d60f43ee" providerId="LiveId" clId="{DD3D53D7-52EC-4633-B1E6-936D9F6C359D}" dt="2025-10-20T18:00:28.762" v="6293" actId="47"/>
        <pc:sldMkLst>
          <pc:docMk/>
          <pc:sldMk cId="3140776095" sldId="315"/>
        </pc:sldMkLst>
        <pc:spChg chg="del">
          <ac:chgData name="Sheshma Sandeep" userId="549464f3d60f43ee" providerId="LiveId" clId="{DD3D53D7-52EC-4633-B1E6-936D9F6C359D}" dt="2025-10-20T17:51:36.264" v="6243" actId="478"/>
          <ac:spMkLst>
            <pc:docMk/>
            <pc:sldMk cId="3140776095" sldId="315"/>
            <ac:spMk id="2" creationId="{0CDEF75D-D66E-A909-4AD5-4F6698F5715A}"/>
          </ac:spMkLst>
        </pc:spChg>
        <pc:spChg chg="del">
          <ac:chgData name="Sheshma Sandeep" userId="549464f3d60f43ee" providerId="LiveId" clId="{DD3D53D7-52EC-4633-B1E6-936D9F6C359D}" dt="2025-10-20T17:51:29.180" v="6241" actId="34307"/>
          <ac:spMkLst>
            <pc:docMk/>
            <pc:sldMk cId="3140776095" sldId="315"/>
            <ac:spMk id="3" creationId="{59D82C9F-0748-AB16-1B5E-D1CF8DC456FE}"/>
          </ac:spMkLst>
        </pc:spChg>
        <pc:spChg chg="del">
          <ac:chgData name="Sheshma Sandeep" userId="549464f3d60f43ee" providerId="LiveId" clId="{DD3D53D7-52EC-4633-B1E6-936D9F6C359D}" dt="2025-10-20T17:51:34.235" v="6242" actId="478"/>
          <ac:spMkLst>
            <pc:docMk/>
            <pc:sldMk cId="3140776095" sldId="315"/>
            <ac:spMk id="4" creationId="{79A1E819-07E1-C53C-9B01-1DDA5C663119}"/>
          </ac:spMkLst>
        </pc:spChg>
        <pc:spChg chg="add del mod">
          <ac:chgData name="Sheshma Sandeep" userId="549464f3d60f43ee" providerId="LiveId" clId="{DD3D53D7-52EC-4633-B1E6-936D9F6C359D}" dt="2025-10-20T17:51:50.260" v="6245" actId="478"/>
          <ac:spMkLst>
            <pc:docMk/>
            <pc:sldMk cId="3140776095" sldId="315"/>
            <ac:spMk id="7" creationId="{5D4FB7C6-59C6-05DE-6069-3EF973147984}"/>
          </ac:spMkLst>
        </pc:spChg>
        <pc:spChg chg="add mod">
          <ac:chgData name="Sheshma Sandeep" userId="549464f3d60f43ee" providerId="LiveId" clId="{DD3D53D7-52EC-4633-B1E6-936D9F6C359D}" dt="2025-10-20T17:53:20.005" v="6278" actId="26606"/>
          <ac:spMkLst>
            <pc:docMk/>
            <pc:sldMk cId="3140776095" sldId="315"/>
            <ac:spMk id="8" creationId="{377A5D11-E7D1-3C11-9365-5FD3A5460ED5}"/>
          </ac:spMkLst>
        </pc:spChg>
        <pc:spChg chg="add">
          <ac:chgData name="Sheshma Sandeep" userId="549464f3d60f43ee" providerId="LiveId" clId="{DD3D53D7-52EC-4633-B1E6-936D9F6C359D}" dt="2025-10-20T17:53:20.005" v="6278" actId="26606"/>
          <ac:spMkLst>
            <pc:docMk/>
            <pc:sldMk cId="3140776095" sldId="315"/>
            <ac:spMk id="13" creationId="{9095C1F4-AE7F-44E4-8693-40D3D6831140}"/>
          </ac:spMkLst>
        </pc:spChg>
        <pc:spChg chg="add">
          <ac:chgData name="Sheshma Sandeep" userId="549464f3d60f43ee" providerId="LiveId" clId="{DD3D53D7-52EC-4633-B1E6-936D9F6C359D}" dt="2025-10-20T17:53:20.005" v="6278" actId="26606"/>
          <ac:spMkLst>
            <pc:docMk/>
            <pc:sldMk cId="3140776095" sldId="315"/>
            <ac:spMk id="19" creationId="{871AEA07-1E14-44B4-8E55-64EF049CD66F}"/>
          </ac:spMkLst>
        </pc:spChg>
        <pc:grpChg chg="add">
          <ac:chgData name="Sheshma Sandeep" userId="549464f3d60f43ee" providerId="LiveId" clId="{DD3D53D7-52EC-4633-B1E6-936D9F6C359D}" dt="2025-10-20T17:53:20.005" v="6278" actId="26606"/>
          <ac:grpSpMkLst>
            <pc:docMk/>
            <pc:sldMk cId="3140776095" sldId="315"/>
            <ac:grpSpMk id="15" creationId="{8734DDD3-F723-4DD3-8ABE-EC0B2AC87D74}"/>
          </ac:grpSpMkLst>
        </pc:grpChg>
        <pc:picChg chg="add del mod ord">
          <ac:chgData name="Sheshma Sandeep" userId="549464f3d60f43ee" providerId="LiveId" clId="{DD3D53D7-52EC-4633-B1E6-936D9F6C359D}" dt="2025-10-20T17:51:42.594" v="6244" actId="478"/>
          <ac:picMkLst>
            <pc:docMk/>
            <pc:sldMk cId="3140776095" sldId="315"/>
            <ac:picMk id="5" creationId="{FCC74DB1-48E9-134C-76B9-E4906380FAED}"/>
          </ac:picMkLst>
        </pc:picChg>
      </pc:sldChg>
      <pc:sldChg chg="addSp delSp modSp new del mod">
        <pc:chgData name="Sheshma Sandeep" userId="549464f3d60f43ee" providerId="LiveId" clId="{DD3D53D7-52EC-4633-B1E6-936D9F6C359D}" dt="2025-10-20T18:06:11.814" v="6294" actId="47"/>
        <pc:sldMkLst>
          <pc:docMk/>
          <pc:sldMk cId="2890107725" sldId="316"/>
        </pc:sldMkLst>
        <pc:spChg chg="del">
          <ac:chgData name="Sheshma Sandeep" userId="549464f3d60f43ee" providerId="LiveId" clId="{DD3D53D7-52EC-4633-B1E6-936D9F6C359D}" dt="2025-10-20T17:59:35.766" v="6285" actId="478"/>
          <ac:spMkLst>
            <pc:docMk/>
            <pc:sldMk cId="2890107725" sldId="316"/>
            <ac:spMk id="2" creationId="{7C5A4412-1A3D-64FC-337E-439810FA8C8C}"/>
          </ac:spMkLst>
        </pc:spChg>
        <pc:spChg chg="del">
          <ac:chgData name="Sheshma Sandeep" userId="549464f3d60f43ee" providerId="LiveId" clId="{DD3D53D7-52EC-4633-B1E6-936D9F6C359D}" dt="2025-10-20T17:59:34.077" v="6284" actId="478"/>
          <ac:spMkLst>
            <pc:docMk/>
            <pc:sldMk cId="2890107725" sldId="316"/>
            <ac:spMk id="3" creationId="{88C844FA-D353-4C6F-5650-0AB92968CACE}"/>
          </ac:spMkLst>
        </pc:spChg>
        <pc:spChg chg="del">
          <ac:chgData name="Sheshma Sandeep" userId="549464f3d60f43ee" providerId="LiveId" clId="{DD3D53D7-52EC-4633-B1E6-936D9F6C359D}" dt="2025-10-20T17:59:37.512" v="6286" actId="478"/>
          <ac:spMkLst>
            <pc:docMk/>
            <pc:sldMk cId="2890107725" sldId="316"/>
            <ac:spMk id="4" creationId="{9ED92587-19D8-A7F8-5E28-013EE0B899EA}"/>
          </ac:spMkLst>
        </pc:spChg>
        <pc:spChg chg="add del mod">
          <ac:chgData name="Sheshma Sandeep" userId="549464f3d60f43ee" providerId="LiveId" clId="{DD3D53D7-52EC-4633-B1E6-936D9F6C359D}" dt="2025-10-20T18:00:14.229" v="6291" actId="478"/>
          <ac:spMkLst>
            <pc:docMk/>
            <pc:sldMk cId="2890107725" sldId="316"/>
            <ac:spMk id="6" creationId="{CA3A9724-D35D-9239-79C1-36B99A5BD5C2}"/>
          </ac:spMkLst>
        </pc:spChg>
      </pc:sldChg>
      <pc:sldMasterChg chg="setBg modSldLayout">
        <pc:chgData name="Sheshma Sandeep" userId="549464f3d60f43ee" providerId="LiveId" clId="{DD3D53D7-52EC-4633-B1E6-936D9F6C359D}" dt="2025-10-17T20:39:02.740" v="6188"/>
        <pc:sldMasterMkLst>
          <pc:docMk/>
          <pc:sldMasterMk cId="2460954070" sldId="2147483660"/>
        </pc:sldMasterMkLst>
        <pc:sldLayoutChg chg="setBg">
          <pc:chgData name="Sheshma Sandeep" userId="549464f3d60f43ee" providerId="LiveId" clId="{DD3D53D7-52EC-4633-B1E6-936D9F6C359D}" dt="2025-10-17T20:39:02.740" v="6188"/>
          <pc:sldLayoutMkLst>
            <pc:docMk/>
            <pc:sldMasterMk cId="2460954070" sldId="2147483660"/>
            <pc:sldLayoutMk cId="2385387890" sldId="2147483661"/>
          </pc:sldLayoutMkLst>
        </pc:sldLayoutChg>
        <pc:sldLayoutChg chg="setBg">
          <pc:chgData name="Sheshma Sandeep" userId="549464f3d60f43ee" providerId="LiveId" clId="{DD3D53D7-52EC-4633-B1E6-936D9F6C359D}" dt="2025-10-17T20:39:02.740" v="6188"/>
          <pc:sldLayoutMkLst>
            <pc:docMk/>
            <pc:sldMasterMk cId="2460954070" sldId="2147483660"/>
            <pc:sldLayoutMk cId="949138452" sldId="2147483662"/>
          </pc:sldLayoutMkLst>
        </pc:sldLayoutChg>
        <pc:sldLayoutChg chg="setBg">
          <pc:chgData name="Sheshma Sandeep" userId="549464f3d60f43ee" providerId="LiveId" clId="{DD3D53D7-52EC-4633-B1E6-936D9F6C359D}" dt="2025-10-17T20:39:02.740" v="6188"/>
          <pc:sldLayoutMkLst>
            <pc:docMk/>
            <pc:sldMasterMk cId="2460954070" sldId="2147483660"/>
            <pc:sldLayoutMk cId="2591524520" sldId="2147483663"/>
          </pc:sldLayoutMkLst>
        </pc:sldLayoutChg>
        <pc:sldLayoutChg chg="setBg">
          <pc:chgData name="Sheshma Sandeep" userId="549464f3d60f43ee" providerId="LiveId" clId="{DD3D53D7-52EC-4633-B1E6-936D9F6C359D}" dt="2025-10-17T20:39:02.740" v="6188"/>
          <pc:sldLayoutMkLst>
            <pc:docMk/>
            <pc:sldMasterMk cId="2460954070" sldId="2147483660"/>
            <pc:sldLayoutMk cId="1203092039" sldId="2147483664"/>
          </pc:sldLayoutMkLst>
        </pc:sldLayoutChg>
        <pc:sldLayoutChg chg="setBg">
          <pc:chgData name="Sheshma Sandeep" userId="549464f3d60f43ee" providerId="LiveId" clId="{DD3D53D7-52EC-4633-B1E6-936D9F6C359D}" dt="2025-10-17T20:39:02.740" v="6188"/>
          <pc:sldLayoutMkLst>
            <pc:docMk/>
            <pc:sldMasterMk cId="2460954070" sldId="2147483660"/>
            <pc:sldLayoutMk cId="3733172339" sldId="2147483665"/>
          </pc:sldLayoutMkLst>
        </pc:sldLayoutChg>
        <pc:sldLayoutChg chg="setBg">
          <pc:chgData name="Sheshma Sandeep" userId="549464f3d60f43ee" providerId="LiveId" clId="{DD3D53D7-52EC-4633-B1E6-936D9F6C359D}" dt="2025-10-17T20:39:02.740" v="6188"/>
          <pc:sldLayoutMkLst>
            <pc:docMk/>
            <pc:sldMasterMk cId="2460954070" sldId="2147483660"/>
            <pc:sldLayoutMk cId="3210312558" sldId="2147483666"/>
          </pc:sldLayoutMkLst>
        </pc:sldLayoutChg>
        <pc:sldLayoutChg chg="setBg">
          <pc:chgData name="Sheshma Sandeep" userId="549464f3d60f43ee" providerId="LiveId" clId="{DD3D53D7-52EC-4633-B1E6-936D9F6C359D}" dt="2025-10-17T20:39:02.740" v="6188"/>
          <pc:sldLayoutMkLst>
            <pc:docMk/>
            <pc:sldMasterMk cId="2460954070" sldId="2147483660"/>
            <pc:sldLayoutMk cId="3146388984" sldId="2147483667"/>
          </pc:sldLayoutMkLst>
        </pc:sldLayoutChg>
        <pc:sldLayoutChg chg="setBg">
          <pc:chgData name="Sheshma Sandeep" userId="549464f3d60f43ee" providerId="LiveId" clId="{DD3D53D7-52EC-4633-B1E6-936D9F6C359D}" dt="2025-10-17T20:39:02.740" v="6188"/>
          <pc:sldLayoutMkLst>
            <pc:docMk/>
            <pc:sldMasterMk cId="2460954070" sldId="2147483660"/>
            <pc:sldLayoutMk cId="3171841454" sldId="2147483668"/>
          </pc:sldLayoutMkLst>
        </pc:sldLayoutChg>
        <pc:sldLayoutChg chg="setBg">
          <pc:chgData name="Sheshma Sandeep" userId="549464f3d60f43ee" providerId="LiveId" clId="{DD3D53D7-52EC-4633-B1E6-936D9F6C359D}" dt="2025-10-17T20:39:02.740" v="6188"/>
          <pc:sldLayoutMkLst>
            <pc:docMk/>
            <pc:sldMasterMk cId="2460954070" sldId="2147483660"/>
            <pc:sldLayoutMk cId="1718958274" sldId="2147483669"/>
          </pc:sldLayoutMkLst>
        </pc:sldLayoutChg>
        <pc:sldLayoutChg chg="setBg">
          <pc:chgData name="Sheshma Sandeep" userId="549464f3d60f43ee" providerId="LiveId" clId="{DD3D53D7-52EC-4633-B1E6-936D9F6C359D}" dt="2025-10-17T20:39:02.740" v="6188"/>
          <pc:sldLayoutMkLst>
            <pc:docMk/>
            <pc:sldMasterMk cId="2460954070" sldId="2147483660"/>
            <pc:sldLayoutMk cId="2202905451" sldId="2147483670"/>
          </pc:sldLayoutMkLst>
        </pc:sldLayoutChg>
        <pc:sldLayoutChg chg="setBg">
          <pc:chgData name="Sheshma Sandeep" userId="549464f3d60f43ee" providerId="LiveId" clId="{DD3D53D7-52EC-4633-B1E6-936D9F6C359D}" dt="2025-10-17T20:39:02.740" v="6188"/>
          <pc:sldLayoutMkLst>
            <pc:docMk/>
            <pc:sldMasterMk cId="2460954070" sldId="2147483660"/>
            <pc:sldLayoutMk cId="3479445657" sldId="2147483671"/>
          </pc:sldLayoutMkLst>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ata6.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8.sv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svg"/><Relationship Id="rId4" Type="http://schemas.openxmlformats.org/officeDocument/2006/relationships/image" Target="../media/image66.svg"/><Relationship Id="rId9" Type="http://schemas.openxmlformats.org/officeDocument/2006/relationships/image" Target="../media/image7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8.sv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svg"/><Relationship Id="rId4" Type="http://schemas.openxmlformats.org/officeDocument/2006/relationships/image" Target="../media/image66.svg"/><Relationship Id="rId9" Type="http://schemas.openxmlformats.org/officeDocument/2006/relationships/image" Target="../media/image71.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18834F-2442-46A7-A044-4A8A5CBDA715}"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9BC13EE-CC58-4843-9D00-2DDC7A695562}">
      <dgm:prSet phldr="0"/>
      <dgm:spPr/>
      <dgm:t>
        <a:bodyPr/>
        <a:lstStyle/>
        <a:p>
          <a:pPr>
            <a:lnSpc>
              <a:spcPct val="100000"/>
            </a:lnSpc>
            <a:defRPr cap="all"/>
          </a:pPr>
          <a:r>
            <a:rPr lang="en-US" dirty="0">
              <a:latin typeface="Aptos Display" panose="020F0302020204030204"/>
            </a:rPr>
            <a:t>AUTO</a:t>
          </a:r>
          <a:endParaRPr lang="en-US" dirty="0"/>
        </a:p>
      </dgm:t>
    </dgm:pt>
    <dgm:pt modelId="{EAB9D282-91E7-4EC6-8559-DE973EA94771}" type="parTrans" cxnId="{C9D0F3B8-3E37-46CC-8FBB-A595EBC0883D}">
      <dgm:prSet/>
      <dgm:spPr/>
      <dgm:t>
        <a:bodyPr/>
        <a:lstStyle/>
        <a:p>
          <a:endParaRPr lang="en-US"/>
        </a:p>
      </dgm:t>
    </dgm:pt>
    <dgm:pt modelId="{900D45EF-908A-411D-9546-CF20DD3744C2}" type="sibTrans" cxnId="{C9D0F3B8-3E37-46CC-8FBB-A595EBC0883D}">
      <dgm:prSet/>
      <dgm:spPr/>
      <dgm:t>
        <a:bodyPr/>
        <a:lstStyle/>
        <a:p>
          <a:endParaRPr lang="en-US"/>
        </a:p>
      </dgm:t>
    </dgm:pt>
    <dgm:pt modelId="{8E3C9538-0729-44C9-A033-7BF1CB43D10A}">
      <dgm:prSet/>
      <dgm:spPr/>
      <dgm:t>
        <a:bodyPr/>
        <a:lstStyle/>
        <a:p>
          <a:pPr>
            <a:lnSpc>
              <a:spcPct val="100000"/>
            </a:lnSpc>
            <a:defRPr cap="all"/>
          </a:pPr>
          <a:r>
            <a:rPr lang="en-US"/>
            <a:t>property</a:t>
          </a:r>
        </a:p>
      </dgm:t>
    </dgm:pt>
    <dgm:pt modelId="{FDD942DE-AD54-4A88-9268-15BAFC62E9D8}" type="parTrans" cxnId="{B24204D5-8F40-44CD-8BCC-FB8BD0AE1608}">
      <dgm:prSet/>
      <dgm:spPr/>
      <dgm:t>
        <a:bodyPr/>
        <a:lstStyle/>
        <a:p>
          <a:endParaRPr lang="en-US"/>
        </a:p>
      </dgm:t>
    </dgm:pt>
    <dgm:pt modelId="{3C45ECEB-37AD-4631-988D-B78793FB7B96}" type="sibTrans" cxnId="{B24204D5-8F40-44CD-8BCC-FB8BD0AE1608}">
      <dgm:prSet/>
      <dgm:spPr/>
      <dgm:t>
        <a:bodyPr/>
        <a:lstStyle/>
        <a:p>
          <a:endParaRPr lang="en-US"/>
        </a:p>
      </dgm:t>
    </dgm:pt>
    <dgm:pt modelId="{C217BD88-08B6-4F4C-B0C6-99E45ECC1CDE}">
      <dgm:prSet/>
      <dgm:spPr/>
      <dgm:t>
        <a:bodyPr/>
        <a:lstStyle/>
        <a:p>
          <a:pPr>
            <a:lnSpc>
              <a:spcPct val="100000"/>
            </a:lnSpc>
            <a:defRPr cap="all"/>
          </a:pPr>
          <a:r>
            <a:rPr lang="en-US"/>
            <a:t>health</a:t>
          </a:r>
        </a:p>
      </dgm:t>
    </dgm:pt>
    <dgm:pt modelId="{59D205FF-B911-4123-B711-3C83656CBCC9}" type="parTrans" cxnId="{6DE567BD-7163-4361-ADFE-120DC63F2ADE}">
      <dgm:prSet/>
      <dgm:spPr/>
      <dgm:t>
        <a:bodyPr/>
        <a:lstStyle/>
        <a:p>
          <a:endParaRPr lang="en-US"/>
        </a:p>
      </dgm:t>
    </dgm:pt>
    <dgm:pt modelId="{8951ACB7-162A-4079-ABE7-A05DD4D465E0}" type="sibTrans" cxnId="{6DE567BD-7163-4361-ADFE-120DC63F2ADE}">
      <dgm:prSet/>
      <dgm:spPr/>
      <dgm:t>
        <a:bodyPr/>
        <a:lstStyle/>
        <a:p>
          <a:endParaRPr lang="en-US"/>
        </a:p>
      </dgm:t>
    </dgm:pt>
    <dgm:pt modelId="{0796EA3C-8174-48C9-8FC6-6AAED45A7F5D}">
      <dgm:prSet/>
      <dgm:spPr/>
      <dgm:t>
        <a:bodyPr/>
        <a:lstStyle/>
        <a:p>
          <a:pPr>
            <a:lnSpc>
              <a:spcPct val="100000"/>
            </a:lnSpc>
            <a:defRPr cap="all"/>
          </a:pPr>
          <a:r>
            <a:rPr lang="en-US" dirty="0"/>
            <a:t>accident </a:t>
          </a:r>
          <a:r>
            <a:rPr lang="en-US" dirty="0">
              <a:latin typeface="Aptos Display" panose="020F0302020204030204"/>
            </a:rPr>
            <a:t>insurance</a:t>
          </a:r>
          <a:endParaRPr lang="en-US" dirty="0"/>
        </a:p>
      </dgm:t>
    </dgm:pt>
    <dgm:pt modelId="{35E049DC-8286-40AE-B447-D9344B5F6D0B}" type="parTrans" cxnId="{D479BB50-C150-4F4B-A27C-A1490AA63C44}">
      <dgm:prSet/>
      <dgm:spPr/>
      <dgm:t>
        <a:bodyPr/>
        <a:lstStyle/>
        <a:p>
          <a:endParaRPr lang="en-US"/>
        </a:p>
      </dgm:t>
    </dgm:pt>
    <dgm:pt modelId="{10C64583-8629-4619-8B42-F10EBCE3905B}" type="sibTrans" cxnId="{D479BB50-C150-4F4B-A27C-A1490AA63C44}">
      <dgm:prSet/>
      <dgm:spPr/>
      <dgm:t>
        <a:bodyPr/>
        <a:lstStyle/>
        <a:p>
          <a:endParaRPr lang="en-US"/>
        </a:p>
      </dgm:t>
    </dgm:pt>
    <dgm:pt modelId="{910FDA8A-9B04-43BD-A07B-388D0BBA6248}" type="pres">
      <dgm:prSet presAssocID="{DE18834F-2442-46A7-A044-4A8A5CBDA715}" presName="root" presStyleCnt="0">
        <dgm:presLayoutVars>
          <dgm:dir/>
          <dgm:resizeHandles val="exact"/>
        </dgm:presLayoutVars>
      </dgm:prSet>
      <dgm:spPr/>
    </dgm:pt>
    <dgm:pt modelId="{1CED1501-ABB3-452E-A2C6-409C34C01F5E}" type="pres">
      <dgm:prSet presAssocID="{09BC13EE-CC58-4843-9D00-2DDC7A695562}" presName="compNode" presStyleCnt="0"/>
      <dgm:spPr/>
    </dgm:pt>
    <dgm:pt modelId="{FB360366-839F-44F5-BE96-5CAF6F6CBB5A}" type="pres">
      <dgm:prSet presAssocID="{09BC13EE-CC58-4843-9D00-2DDC7A695562}" presName="iconBgRect" presStyleLbl="bgShp" presStyleIdx="0" presStyleCnt="4"/>
      <dgm:spPr/>
    </dgm:pt>
    <dgm:pt modelId="{DA68A613-D7C4-4DF8-81C5-D0EEAE3B81F3}" type="pres">
      <dgm:prSet presAssocID="{09BC13EE-CC58-4843-9D00-2DDC7A69556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lectric Car"/>
        </a:ext>
      </dgm:extLst>
    </dgm:pt>
    <dgm:pt modelId="{434D1ADA-E836-4F32-B657-50B23AF7F1F6}" type="pres">
      <dgm:prSet presAssocID="{09BC13EE-CC58-4843-9D00-2DDC7A695562}" presName="spaceRect" presStyleCnt="0"/>
      <dgm:spPr/>
    </dgm:pt>
    <dgm:pt modelId="{94E6D375-48E4-4294-9635-B8B4F0AB6795}" type="pres">
      <dgm:prSet presAssocID="{09BC13EE-CC58-4843-9D00-2DDC7A695562}" presName="textRect" presStyleLbl="revTx" presStyleIdx="0" presStyleCnt="4">
        <dgm:presLayoutVars>
          <dgm:chMax val="1"/>
          <dgm:chPref val="1"/>
        </dgm:presLayoutVars>
      </dgm:prSet>
      <dgm:spPr/>
    </dgm:pt>
    <dgm:pt modelId="{F9BE1039-3BA6-46F4-9CAF-4FDBC237CC94}" type="pres">
      <dgm:prSet presAssocID="{900D45EF-908A-411D-9546-CF20DD3744C2}" presName="sibTrans" presStyleCnt="0"/>
      <dgm:spPr/>
    </dgm:pt>
    <dgm:pt modelId="{999868AE-FE79-4F18-97B3-245B7DA78E0D}" type="pres">
      <dgm:prSet presAssocID="{8E3C9538-0729-44C9-A033-7BF1CB43D10A}" presName="compNode" presStyleCnt="0"/>
      <dgm:spPr/>
    </dgm:pt>
    <dgm:pt modelId="{792C69F7-3B9F-4CA3-814B-82775E364FD2}" type="pres">
      <dgm:prSet presAssocID="{8E3C9538-0729-44C9-A033-7BF1CB43D10A}" presName="iconBgRect" presStyleLbl="bgShp" presStyleIdx="1" presStyleCnt="4"/>
      <dgm:spPr/>
    </dgm:pt>
    <dgm:pt modelId="{1EBAA04F-1075-4064-AA90-D929A5D0EADC}" type="pres">
      <dgm:prSet presAssocID="{8E3C9538-0729-44C9-A033-7BF1CB43D10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ilding"/>
        </a:ext>
      </dgm:extLst>
    </dgm:pt>
    <dgm:pt modelId="{5C09D036-BD44-4B1F-A3F6-093B29742CCF}" type="pres">
      <dgm:prSet presAssocID="{8E3C9538-0729-44C9-A033-7BF1CB43D10A}" presName="spaceRect" presStyleCnt="0"/>
      <dgm:spPr/>
    </dgm:pt>
    <dgm:pt modelId="{0F06580D-0E10-4467-A64B-E0ABD3BC0759}" type="pres">
      <dgm:prSet presAssocID="{8E3C9538-0729-44C9-A033-7BF1CB43D10A}" presName="textRect" presStyleLbl="revTx" presStyleIdx="1" presStyleCnt="4">
        <dgm:presLayoutVars>
          <dgm:chMax val="1"/>
          <dgm:chPref val="1"/>
        </dgm:presLayoutVars>
      </dgm:prSet>
      <dgm:spPr/>
    </dgm:pt>
    <dgm:pt modelId="{FCA3581F-04B3-4979-8FA2-0D997EAD2EA1}" type="pres">
      <dgm:prSet presAssocID="{3C45ECEB-37AD-4631-988D-B78793FB7B96}" presName="sibTrans" presStyleCnt="0"/>
      <dgm:spPr/>
    </dgm:pt>
    <dgm:pt modelId="{95DD3FDC-6CC8-4618-8014-58ABB2DFF686}" type="pres">
      <dgm:prSet presAssocID="{C217BD88-08B6-4F4C-B0C6-99E45ECC1CDE}" presName="compNode" presStyleCnt="0"/>
      <dgm:spPr/>
    </dgm:pt>
    <dgm:pt modelId="{BF6E7429-899B-47D1-B15F-EA33941EFB97}" type="pres">
      <dgm:prSet presAssocID="{C217BD88-08B6-4F4C-B0C6-99E45ECC1CDE}" presName="iconBgRect" presStyleLbl="bgShp" presStyleIdx="2" presStyleCnt="4"/>
      <dgm:spPr/>
    </dgm:pt>
    <dgm:pt modelId="{2CDA7763-1FD3-4577-9D56-EFDA488CC517}" type="pres">
      <dgm:prSet presAssocID="{C217BD88-08B6-4F4C-B0C6-99E45ECC1CD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with Pulse"/>
        </a:ext>
      </dgm:extLst>
    </dgm:pt>
    <dgm:pt modelId="{56619EAE-BD5C-405D-AEBD-F18C8BAD7A39}" type="pres">
      <dgm:prSet presAssocID="{C217BD88-08B6-4F4C-B0C6-99E45ECC1CDE}" presName="spaceRect" presStyleCnt="0"/>
      <dgm:spPr/>
    </dgm:pt>
    <dgm:pt modelId="{82D5F24E-31FC-433E-88C1-E1846358C31F}" type="pres">
      <dgm:prSet presAssocID="{C217BD88-08B6-4F4C-B0C6-99E45ECC1CDE}" presName="textRect" presStyleLbl="revTx" presStyleIdx="2" presStyleCnt="4">
        <dgm:presLayoutVars>
          <dgm:chMax val="1"/>
          <dgm:chPref val="1"/>
        </dgm:presLayoutVars>
      </dgm:prSet>
      <dgm:spPr/>
    </dgm:pt>
    <dgm:pt modelId="{9B33248D-DDB9-4EBC-AE6D-CC1C812395E6}" type="pres">
      <dgm:prSet presAssocID="{8951ACB7-162A-4079-ABE7-A05DD4D465E0}" presName="sibTrans" presStyleCnt="0"/>
      <dgm:spPr/>
    </dgm:pt>
    <dgm:pt modelId="{8D3E390E-964D-4777-B88E-35A96D12BBBD}" type="pres">
      <dgm:prSet presAssocID="{0796EA3C-8174-48C9-8FC6-6AAED45A7F5D}" presName="compNode" presStyleCnt="0"/>
      <dgm:spPr/>
    </dgm:pt>
    <dgm:pt modelId="{B2061AC3-BEEC-4B8E-A574-1F7059A4ADF1}" type="pres">
      <dgm:prSet presAssocID="{0796EA3C-8174-48C9-8FC6-6AAED45A7F5D}" presName="iconBgRect" presStyleLbl="bgShp" presStyleIdx="3" presStyleCnt="4"/>
      <dgm:spPr/>
    </dgm:pt>
    <dgm:pt modelId="{3E6CAB99-095E-4135-9292-C3F7F02EEAC1}" type="pres">
      <dgm:prSet presAssocID="{0796EA3C-8174-48C9-8FC6-6AAED45A7F5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r"/>
        </a:ext>
      </dgm:extLst>
    </dgm:pt>
    <dgm:pt modelId="{D5E6CCB0-228C-43F5-82C0-8DC848C92286}" type="pres">
      <dgm:prSet presAssocID="{0796EA3C-8174-48C9-8FC6-6AAED45A7F5D}" presName="spaceRect" presStyleCnt="0"/>
      <dgm:spPr/>
    </dgm:pt>
    <dgm:pt modelId="{70E779CC-FE05-4BD9-945A-A187F4D5BE43}" type="pres">
      <dgm:prSet presAssocID="{0796EA3C-8174-48C9-8FC6-6AAED45A7F5D}" presName="textRect" presStyleLbl="revTx" presStyleIdx="3" presStyleCnt="4">
        <dgm:presLayoutVars>
          <dgm:chMax val="1"/>
          <dgm:chPref val="1"/>
        </dgm:presLayoutVars>
      </dgm:prSet>
      <dgm:spPr/>
    </dgm:pt>
  </dgm:ptLst>
  <dgm:cxnLst>
    <dgm:cxn modelId="{F2909F03-6677-48EC-B6A1-C4BA1DC1C6D8}" type="presOf" srcId="{C217BD88-08B6-4F4C-B0C6-99E45ECC1CDE}" destId="{82D5F24E-31FC-433E-88C1-E1846358C31F}" srcOrd="0" destOrd="0" presId="urn:microsoft.com/office/officeart/2018/5/layout/IconCircleLabelList"/>
    <dgm:cxn modelId="{DC3CFA1C-C641-4A4F-B0E6-888792496D8C}" type="presOf" srcId="{8E3C9538-0729-44C9-A033-7BF1CB43D10A}" destId="{0F06580D-0E10-4467-A64B-E0ABD3BC0759}" srcOrd="0" destOrd="0" presId="urn:microsoft.com/office/officeart/2018/5/layout/IconCircleLabelList"/>
    <dgm:cxn modelId="{D479BB50-C150-4F4B-A27C-A1490AA63C44}" srcId="{DE18834F-2442-46A7-A044-4A8A5CBDA715}" destId="{0796EA3C-8174-48C9-8FC6-6AAED45A7F5D}" srcOrd="3" destOrd="0" parTransId="{35E049DC-8286-40AE-B447-D9344B5F6D0B}" sibTransId="{10C64583-8629-4619-8B42-F10EBCE3905B}"/>
    <dgm:cxn modelId="{C9D0F3B8-3E37-46CC-8FBB-A595EBC0883D}" srcId="{DE18834F-2442-46A7-A044-4A8A5CBDA715}" destId="{09BC13EE-CC58-4843-9D00-2DDC7A695562}" srcOrd="0" destOrd="0" parTransId="{EAB9D282-91E7-4EC6-8559-DE973EA94771}" sibTransId="{900D45EF-908A-411D-9546-CF20DD3744C2}"/>
    <dgm:cxn modelId="{794193BA-D392-40CA-A9D8-1E8BD17B1C20}" type="presOf" srcId="{09BC13EE-CC58-4843-9D00-2DDC7A695562}" destId="{94E6D375-48E4-4294-9635-B8B4F0AB6795}" srcOrd="0" destOrd="0" presId="urn:microsoft.com/office/officeart/2018/5/layout/IconCircleLabelList"/>
    <dgm:cxn modelId="{B28CD5BB-890E-4914-AA75-A295EB56D30A}" type="presOf" srcId="{0796EA3C-8174-48C9-8FC6-6AAED45A7F5D}" destId="{70E779CC-FE05-4BD9-945A-A187F4D5BE43}" srcOrd="0" destOrd="0" presId="urn:microsoft.com/office/officeart/2018/5/layout/IconCircleLabelList"/>
    <dgm:cxn modelId="{6DE567BD-7163-4361-ADFE-120DC63F2ADE}" srcId="{DE18834F-2442-46A7-A044-4A8A5CBDA715}" destId="{C217BD88-08B6-4F4C-B0C6-99E45ECC1CDE}" srcOrd="2" destOrd="0" parTransId="{59D205FF-B911-4123-B711-3C83656CBCC9}" sibTransId="{8951ACB7-162A-4079-ABE7-A05DD4D465E0}"/>
    <dgm:cxn modelId="{C7C4D1C6-1A41-4143-9818-6D24245B8C3F}" type="presOf" srcId="{DE18834F-2442-46A7-A044-4A8A5CBDA715}" destId="{910FDA8A-9B04-43BD-A07B-388D0BBA6248}" srcOrd="0" destOrd="0" presId="urn:microsoft.com/office/officeart/2018/5/layout/IconCircleLabelList"/>
    <dgm:cxn modelId="{B24204D5-8F40-44CD-8BCC-FB8BD0AE1608}" srcId="{DE18834F-2442-46A7-A044-4A8A5CBDA715}" destId="{8E3C9538-0729-44C9-A033-7BF1CB43D10A}" srcOrd="1" destOrd="0" parTransId="{FDD942DE-AD54-4A88-9268-15BAFC62E9D8}" sibTransId="{3C45ECEB-37AD-4631-988D-B78793FB7B96}"/>
    <dgm:cxn modelId="{76938665-EE8C-475D-A443-A0C4CBCAFBC0}" type="presParOf" srcId="{910FDA8A-9B04-43BD-A07B-388D0BBA6248}" destId="{1CED1501-ABB3-452E-A2C6-409C34C01F5E}" srcOrd="0" destOrd="0" presId="urn:microsoft.com/office/officeart/2018/5/layout/IconCircleLabelList"/>
    <dgm:cxn modelId="{BBF6652A-3D63-489A-B859-3BF77B10C54C}" type="presParOf" srcId="{1CED1501-ABB3-452E-A2C6-409C34C01F5E}" destId="{FB360366-839F-44F5-BE96-5CAF6F6CBB5A}" srcOrd="0" destOrd="0" presId="urn:microsoft.com/office/officeart/2018/5/layout/IconCircleLabelList"/>
    <dgm:cxn modelId="{F4049E90-D268-44AE-AB43-E7EA43E9FB1C}" type="presParOf" srcId="{1CED1501-ABB3-452E-A2C6-409C34C01F5E}" destId="{DA68A613-D7C4-4DF8-81C5-D0EEAE3B81F3}" srcOrd="1" destOrd="0" presId="urn:microsoft.com/office/officeart/2018/5/layout/IconCircleLabelList"/>
    <dgm:cxn modelId="{183F8BAE-2161-4DD8-987A-78E6F661D878}" type="presParOf" srcId="{1CED1501-ABB3-452E-A2C6-409C34C01F5E}" destId="{434D1ADA-E836-4F32-B657-50B23AF7F1F6}" srcOrd="2" destOrd="0" presId="urn:microsoft.com/office/officeart/2018/5/layout/IconCircleLabelList"/>
    <dgm:cxn modelId="{A1EC4F74-20F7-4DA5-BFB5-7E8FC40543C4}" type="presParOf" srcId="{1CED1501-ABB3-452E-A2C6-409C34C01F5E}" destId="{94E6D375-48E4-4294-9635-B8B4F0AB6795}" srcOrd="3" destOrd="0" presId="urn:microsoft.com/office/officeart/2018/5/layout/IconCircleLabelList"/>
    <dgm:cxn modelId="{440AF973-6B68-4D71-B2AD-DE9C2CBBA838}" type="presParOf" srcId="{910FDA8A-9B04-43BD-A07B-388D0BBA6248}" destId="{F9BE1039-3BA6-46F4-9CAF-4FDBC237CC94}" srcOrd="1" destOrd="0" presId="urn:microsoft.com/office/officeart/2018/5/layout/IconCircleLabelList"/>
    <dgm:cxn modelId="{6D91A170-497A-458B-B480-F524BE40B947}" type="presParOf" srcId="{910FDA8A-9B04-43BD-A07B-388D0BBA6248}" destId="{999868AE-FE79-4F18-97B3-245B7DA78E0D}" srcOrd="2" destOrd="0" presId="urn:microsoft.com/office/officeart/2018/5/layout/IconCircleLabelList"/>
    <dgm:cxn modelId="{04EDC6FC-C94C-4E6F-BB54-BC30B7EDDAAB}" type="presParOf" srcId="{999868AE-FE79-4F18-97B3-245B7DA78E0D}" destId="{792C69F7-3B9F-4CA3-814B-82775E364FD2}" srcOrd="0" destOrd="0" presId="urn:microsoft.com/office/officeart/2018/5/layout/IconCircleLabelList"/>
    <dgm:cxn modelId="{15CD85B8-7905-4803-AAC9-9EBE602C22F7}" type="presParOf" srcId="{999868AE-FE79-4F18-97B3-245B7DA78E0D}" destId="{1EBAA04F-1075-4064-AA90-D929A5D0EADC}" srcOrd="1" destOrd="0" presId="urn:microsoft.com/office/officeart/2018/5/layout/IconCircleLabelList"/>
    <dgm:cxn modelId="{1998BD87-AB5E-4A45-853F-6E1386FA3BA4}" type="presParOf" srcId="{999868AE-FE79-4F18-97B3-245B7DA78E0D}" destId="{5C09D036-BD44-4B1F-A3F6-093B29742CCF}" srcOrd="2" destOrd="0" presId="urn:microsoft.com/office/officeart/2018/5/layout/IconCircleLabelList"/>
    <dgm:cxn modelId="{A436C6EB-CECC-4D4A-82D5-A521C7E530B2}" type="presParOf" srcId="{999868AE-FE79-4F18-97B3-245B7DA78E0D}" destId="{0F06580D-0E10-4467-A64B-E0ABD3BC0759}" srcOrd="3" destOrd="0" presId="urn:microsoft.com/office/officeart/2018/5/layout/IconCircleLabelList"/>
    <dgm:cxn modelId="{E697AED6-E1F5-415E-BD87-1512ED80D601}" type="presParOf" srcId="{910FDA8A-9B04-43BD-A07B-388D0BBA6248}" destId="{FCA3581F-04B3-4979-8FA2-0D997EAD2EA1}" srcOrd="3" destOrd="0" presId="urn:microsoft.com/office/officeart/2018/5/layout/IconCircleLabelList"/>
    <dgm:cxn modelId="{EDA6C901-D52B-4EC3-9860-8CFDF91CFF07}" type="presParOf" srcId="{910FDA8A-9B04-43BD-A07B-388D0BBA6248}" destId="{95DD3FDC-6CC8-4618-8014-58ABB2DFF686}" srcOrd="4" destOrd="0" presId="urn:microsoft.com/office/officeart/2018/5/layout/IconCircleLabelList"/>
    <dgm:cxn modelId="{1C768235-6150-4B65-8B10-C9D6F9E01F21}" type="presParOf" srcId="{95DD3FDC-6CC8-4618-8014-58ABB2DFF686}" destId="{BF6E7429-899B-47D1-B15F-EA33941EFB97}" srcOrd="0" destOrd="0" presId="urn:microsoft.com/office/officeart/2018/5/layout/IconCircleLabelList"/>
    <dgm:cxn modelId="{011B4795-3D81-4AD4-A28F-AB1533C5C6B1}" type="presParOf" srcId="{95DD3FDC-6CC8-4618-8014-58ABB2DFF686}" destId="{2CDA7763-1FD3-4577-9D56-EFDA488CC517}" srcOrd="1" destOrd="0" presId="urn:microsoft.com/office/officeart/2018/5/layout/IconCircleLabelList"/>
    <dgm:cxn modelId="{A12B3D92-B424-40CC-9F58-B80A73C9DE51}" type="presParOf" srcId="{95DD3FDC-6CC8-4618-8014-58ABB2DFF686}" destId="{56619EAE-BD5C-405D-AEBD-F18C8BAD7A39}" srcOrd="2" destOrd="0" presId="urn:microsoft.com/office/officeart/2018/5/layout/IconCircleLabelList"/>
    <dgm:cxn modelId="{7F9C7229-E603-4366-A307-35680E1CC728}" type="presParOf" srcId="{95DD3FDC-6CC8-4618-8014-58ABB2DFF686}" destId="{82D5F24E-31FC-433E-88C1-E1846358C31F}" srcOrd="3" destOrd="0" presId="urn:microsoft.com/office/officeart/2018/5/layout/IconCircleLabelList"/>
    <dgm:cxn modelId="{5B9819EB-23FF-4258-86BE-C77DD25C02F5}" type="presParOf" srcId="{910FDA8A-9B04-43BD-A07B-388D0BBA6248}" destId="{9B33248D-DDB9-4EBC-AE6D-CC1C812395E6}" srcOrd="5" destOrd="0" presId="urn:microsoft.com/office/officeart/2018/5/layout/IconCircleLabelList"/>
    <dgm:cxn modelId="{BA749965-620C-44E3-9CD3-5234CFD9BD0E}" type="presParOf" srcId="{910FDA8A-9B04-43BD-A07B-388D0BBA6248}" destId="{8D3E390E-964D-4777-B88E-35A96D12BBBD}" srcOrd="6" destOrd="0" presId="urn:microsoft.com/office/officeart/2018/5/layout/IconCircleLabelList"/>
    <dgm:cxn modelId="{02A861FB-59C5-4BCD-B440-DC525EB82C87}" type="presParOf" srcId="{8D3E390E-964D-4777-B88E-35A96D12BBBD}" destId="{B2061AC3-BEEC-4B8E-A574-1F7059A4ADF1}" srcOrd="0" destOrd="0" presId="urn:microsoft.com/office/officeart/2018/5/layout/IconCircleLabelList"/>
    <dgm:cxn modelId="{E84D21F8-43F3-49AF-B6FD-64D174DFA5C1}" type="presParOf" srcId="{8D3E390E-964D-4777-B88E-35A96D12BBBD}" destId="{3E6CAB99-095E-4135-9292-C3F7F02EEAC1}" srcOrd="1" destOrd="0" presId="urn:microsoft.com/office/officeart/2018/5/layout/IconCircleLabelList"/>
    <dgm:cxn modelId="{61772083-8100-4324-80FC-B35D5DBA028A}" type="presParOf" srcId="{8D3E390E-964D-4777-B88E-35A96D12BBBD}" destId="{D5E6CCB0-228C-43F5-82C0-8DC848C92286}" srcOrd="2" destOrd="0" presId="urn:microsoft.com/office/officeart/2018/5/layout/IconCircleLabelList"/>
    <dgm:cxn modelId="{32DF44E2-CD6C-409B-B024-25F4444662DF}" type="presParOf" srcId="{8D3E390E-964D-4777-B88E-35A96D12BBBD}" destId="{70E779CC-FE05-4BD9-945A-A187F4D5BE4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1CFEB0-758C-4FCC-A046-96B482245B8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424B58FC-1EF3-4DE3-A517-370AD38AB0B4}">
      <dgm:prSet phldrT="[Text]"/>
      <dgm:spPr/>
      <dgm:t>
        <a:bodyPr/>
        <a:lstStyle/>
        <a:p>
          <a:r>
            <a:rPr lang="en-US" dirty="0"/>
            <a:t>Fraudulent Claims</a:t>
          </a:r>
        </a:p>
      </dgm:t>
    </dgm:pt>
    <dgm:pt modelId="{040EE283-437B-4DEC-9E07-2CEFF4392952}" type="parTrans" cxnId="{7D84C7DC-07E8-415A-9F8F-85FA3AC91782}">
      <dgm:prSet/>
      <dgm:spPr/>
      <dgm:t>
        <a:bodyPr/>
        <a:lstStyle/>
        <a:p>
          <a:endParaRPr lang="en-US"/>
        </a:p>
      </dgm:t>
    </dgm:pt>
    <dgm:pt modelId="{064DD767-6C5A-4E8D-BAF3-034D24776169}" type="sibTrans" cxnId="{7D84C7DC-07E8-415A-9F8F-85FA3AC91782}">
      <dgm:prSet/>
      <dgm:spPr/>
      <dgm:t>
        <a:bodyPr/>
        <a:lstStyle/>
        <a:p>
          <a:endParaRPr lang="en-US"/>
        </a:p>
      </dgm:t>
    </dgm:pt>
    <dgm:pt modelId="{493E6CCC-EE00-4069-9454-35EB6FAADA19}">
      <dgm:prSet phldrT="[Text]"/>
      <dgm:spPr/>
      <dgm:t>
        <a:bodyPr/>
        <a:lstStyle/>
        <a:p>
          <a:r>
            <a:rPr lang="en-US" dirty="0"/>
            <a:t>Financial Loss</a:t>
          </a:r>
        </a:p>
      </dgm:t>
    </dgm:pt>
    <dgm:pt modelId="{6CF4BC19-BF44-4592-934B-81BF37B1EF91}" type="parTrans" cxnId="{88DABA3E-9296-4848-ABC6-985960021975}">
      <dgm:prSet/>
      <dgm:spPr/>
      <dgm:t>
        <a:bodyPr/>
        <a:lstStyle/>
        <a:p>
          <a:endParaRPr lang="en-US"/>
        </a:p>
      </dgm:t>
    </dgm:pt>
    <dgm:pt modelId="{E8C7FC74-9648-4665-8A56-7CF06A21C863}" type="sibTrans" cxnId="{88DABA3E-9296-4848-ABC6-985960021975}">
      <dgm:prSet/>
      <dgm:spPr/>
      <dgm:t>
        <a:bodyPr/>
        <a:lstStyle/>
        <a:p>
          <a:endParaRPr lang="en-US"/>
        </a:p>
      </dgm:t>
    </dgm:pt>
    <dgm:pt modelId="{7DBAB410-493D-4A92-843B-C99560F46F24}">
      <dgm:prSet phldrT="[Text]"/>
      <dgm:spPr/>
      <dgm:t>
        <a:bodyPr/>
        <a:lstStyle/>
        <a:p>
          <a:r>
            <a:rPr lang="en-US" dirty="0"/>
            <a:t>Higher Premium for honest customers</a:t>
          </a:r>
        </a:p>
      </dgm:t>
    </dgm:pt>
    <dgm:pt modelId="{E3C2D259-EA2F-4AEB-AE26-1BA240C3C32D}" type="parTrans" cxnId="{408A03A7-3880-449E-A695-CCBE74211F2A}">
      <dgm:prSet/>
      <dgm:spPr/>
      <dgm:t>
        <a:bodyPr/>
        <a:lstStyle/>
        <a:p>
          <a:endParaRPr lang="en-US"/>
        </a:p>
      </dgm:t>
    </dgm:pt>
    <dgm:pt modelId="{6F352793-F888-4243-8CE3-D79F5641089C}" type="sibTrans" cxnId="{408A03A7-3880-449E-A695-CCBE74211F2A}">
      <dgm:prSet/>
      <dgm:spPr/>
      <dgm:t>
        <a:bodyPr/>
        <a:lstStyle/>
        <a:p>
          <a:endParaRPr lang="en-US"/>
        </a:p>
      </dgm:t>
    </dgm:pt>
    <dgm:pt modelId="{D9D8F555-AADC-4825-8895-45FEEE77428C}">
      <dgm:prSet phldrT="[Text]"/>
      <dgm:spPr/>
      <dgm:t>
        <a:bodyPr/>
        <a:lstStyle/>
        <a:p>
          <a:r>
            <a:rPr lang="en-US" dirty="0"/>
            <a:t>High Claim processing </a:t>
          </a:r>
        </a:p>
      </dgm:t>
    </dgm:pt>
    <dgm:pt modelId="{61B37B27-D1CF-454F-B871-1C37A769A44E}" type="parTrans" cxnId="{6F35D743-F480-454F-903A-0F5D2F94CC84}">
      <dgm:prSet/>
      <dgm:spPr/>
      <dgm:t>
        <a:bodyPr/>
        <a:lstStyle/>
        <a:p>
          <a:endParaRPr lang="en-US"/>
        </a:p>
      </dgm:t>
    </dgm:pt>
    <dgm:pt modelId="{494B040B-0049-41A7-944F-6D3C1C0E16BD}" type="sibTrans" cxnId="{6F35D743-F480-454F-903A-0F5D2F94CC84}">
      <dgm:prSet/>
      <dgm:spPr/>
      <dgm:t>
        <a:bodyPr/>
        <a:lstStyle/>
        <a:p>
          <a:endParaRPr lang="en-US"/>
        </a:p>
      </dgm:t>
    </dgm:pt>
    <dgm:pt modelId="{6EDB9A2B-EA46-4F57-8C8B-3F12BA3381D9}">
      <dgm:prSet phldrT="[Text]"/>
      <dgm:spPr/>
      <dgm:t>
        <a:bodyPr/>
        <a:lstStyle/>
        <a:p>
          <a:r>
            <a:rPr lang="en-US" dirty="0"/>
            <a:t>Low customer Trust</a:t>
          </a:r>
        </a:p>
      </dgm:t>
    </dgm:pt>
    <dgm:pt modelId="{2B51E4C7-5986-4858-A477-235C842B94A1}" type="parTrans" cxnId="{74F4DBD0-EFA9-442A-84EC-DD1BC29BF7C1}">
      <dgm:prSet/>
      <dgm:spPr/>
      <dgm:t>
        <a:bodyPr/>
        <a:lstStyle/>
        <a:p>
          <a:endParaRPr lang="en-US"/>
        </a:p>
      </dgm:t>
    </dgm:pt>
    <dgm:pt modelId="{70F17920-75FA-452A-AA02-0F7065CFEAC8}" type="sibTrans" cxnId="{74F4DBD0-EFA9-442A-84EC-DD1BC29BF7C1}">
      <dgm:prSet/>
      <dgm:spPr/>
      <dgm:t>
        <a:bodyPr/>
        <a:lstStyle/>
        <a:p>
          <a:endParaRPr lang="en-US"/>
        </a:p>
      </dgm:t>
    </dgm:pt>
    <dgm:pt modelId="{B2BF374D-3A40-4478-85B8-F2DC4855AC35}" type="pres">
      <dgm:prSet presAssocID="{5C1CFEB0-758C-4FCC-A046-96B482245B8A}" presName="outerComposite" presStyleCnt="0">
        <dgm:presLayoutVars>
          <dgm:chMax val="5"/>
          <dgm:dir/>
          <dgm:resizeHandles val="exact"/>
        </dgm:presLayoutVars>
      </dgm:prSet>
      <dgm:spPr/>
    </dgm:pt>
    <dgm:pt modelId="{F99759C6-6A25-4DB9-8A00-7FE25A46313B}" type="pres">
      <dgm:prSet presAssocID="{5C1CFEB0-758C-4FCC-A046-96B482245B8A}" presName="dummyMaxCanvas" presStyleCnt="0">
        <dgm:presLayoutVars/>
      </dgm:prSet>
      <dgm:spPr/>
    </dgm:pt>
    <dgm:pt modelId="{6595B808-558E-403C-A3EE-4B24A206DCE8}" type="pres">
      <dgm:prSet presAssocID="{5C1CFEB0-758C-4FCC-A046-96B482245B8A}" presName="FiveNodes_1" presStyleLbl="node1" presStyleIdx="0" presStyleCnt="5">
        <dgm:presLayoutVars>
          <dgm:bulletEnabled val="1"/>
        </dgm:presLayoutVars>
      </dgm:prSet>
      <dgm:spPr/>
    </dgm:pt>
    <dgm:pt modelId="{237A1C7C-1C1D-42D9-824B-693A52E10316}" type="pres">
      <dgm:prSet presAssocID="{5C1CFEB0-758C-4FCC-A046-96B482245B8A}" presName="FiveNodes_2" presStyleLbl="node1" presStyleIdx="1" presStyleCnt="5">
        <dgm:presLayoutVars>
          <dgm:bulletEnabled val="1"/>
        </dgm:presLayoutVars>
      </dgm:prSet>
      <dgm:spPr/>
    </dgm:pt>
    <dgm:pt modelId="{930E038A-0D09-4DFF-990E-9120C32293D7}" type="pres">
      <dgm:prSet presAssocID="{5C1CFEB0-758C-4FCC-A046-96B482245B8A}" presName="FiveNodes_3" presStyleLbl="node1" presStyleIdx="2" presStyleCnt="5">
        <dgm:presLayoutVars>
          <dgm:bulletEnabled val="1"/>
        </dgm:presLayoutVars>
      </dgm:prSet>
      <dgm:spPr/>
    </dgm:pt>
    <dgm:pt modelId="{B49AF309-AE4D-4AAA-AC0A-1DD6BB2F5DE9}" type="pres">
      <dgm:prSet presAssocID="{5C1CFEB0-758C-4FCC-A046-96B482245B8A}" presName="FiveNodes_4" presStyleLbl="node1" presStyleIdx="3" presStyleCnt="5">
        <dgm:presLayoutVars>
          <dgm:bulletEnabled val="1"/>
        </dgm:presLayoutVars>
      </dgm:prSet>
      <dgm:spPr/>
    </dgm:pt>
    <dgm:pt modelId="{0A0F52FC-6C1A-4FE5-833A-7275AA09FAA8}" type="pres">
      <dgm:prSet presAssocID="{5C1CFEB0-758C-4FCC-A046-96B482245B8A}" presName="FiveNodes_5" presStyleLbl="node1" presStyleIdx="4" presStyleCnt="5">
        <dgm:presLayoutVars>
          <dgm:bulletEnabled val="1"/>
        </dgm:presLayoutVars>
      </dgm:prSet>
      <dgm:spPr/>
    </dgm:pt>
    <dgm:pt modelId="{465BF4FD-66B0-473A-A0B3-837538B6F623}" type="pres">
      <dgm:prSet presAssocID="{5C1CFEB0-758C-4FCC-A046-96B482245B8A}" presName="FiveConn_1-2" presStyleLbl="fgAccFollowNode1" presStyleIdx="0" presStyleCnt="4">
        <dgm:presLayoutVars>
          <dgm:bulletEnabled val="1"/>
        </dgm:presLayoutVars>
      </dgm:prSet>
      <dgm:spPr/>
    </dgm:pt>
    <dgm:pt modelId="{08F29E8F-9C3C-4BC9-98C9-AFC00B94EE89}" type="pres">
      <dgm:prSet presAssocID="{5C1CFEB0-758C-4FCC-A046-96B482245B8A}" presName="FiveConn_2-3" presStyleLbl="fgAccFollowNode1" presStyleIdx="1" presStyleCnt="4">
        <dgm:presLayoutVars>
          <dgm:bulletEnabled val="1"/>
        </dgm:presLayoutVars>
      </dgm:prSet>
      <dgm:spPr/>
    </dgm:pt>
    <dgm:pt modelId="{1FAB5BCC-839F-4238-B84C-EC86AA871FA7}" type="pres">
      <dgm:prSet presAssocID="{5C1CFEB0-758C-4FCC-A046-96B482245B8A}" presName="FiveConn_3-4" presStyleLbl="fgAccFollowNode1" presStyleIdx="2" presStyleCnt="4">
        <dgm:presLayoutVars>
          <dgm:bulletEnabled val="1"/>
        </dgm:presLayoutVars>
      </dgm:prSet>
      <dgm:spPr/>
    </dgm:pt>
    <dgm:pt modelId="{8853CD35-00C8-49CD-BEBB-D847C6AC5CB3}" type="pres">
      <dgm:prSet presAssocID="{5C1CFEB0-758C-4FCC-A046-96B482245B8A}" presName="FiveConn_4-5" presStyleLbl="fgAccFollowNode1" presStyleIdx="3" presStyleCnt="4">
        <dgm:presLayoutVars>
          <dgm:bulletEnabled val="1"/>
        </dgm:presLayoutVars>
      </dgm:prSet>
      <dgm:spPr/>
    </dgm:pt>
    <dgm:pt modelId="{7A7CB796-5185-4D81-AE47-C7A42017CBEA}" type="pres">
      <dgm:prSet presAssocID="{5C1CFEB0-758C-4FCC-A046-96B482245B8A}" presName="FiveNodes_1_text" presStyleLbl="node1" presStyleIdx="4" presStyleCnt="5">
        <dgm:presLayoutVars>
          <dgm:bulletEnabled val="1"/>
        </dgm:presLayoutVars>
      </dgm:prSet>
      <dgm:spPr/>
    </dgm:pt>
    <dgm:pt modelId="{8D3F2176-0EFD-483C-9B62-FF741834ED95}" type="pres">
      <dgm:prSet presAssocID="{5C1CFEB0-758C-4FCC-A046-96B482245B8A}" presName="FiveNodes_2_text" presStyleLbl="node1" presStyleIdx="4" presStyleCnt="5">
        <dgm:presLayoutVars>
          <dgm:bulletEnabled val="1"/>
        </dgm:presLayoutVars>
      </dgm:prSet>
      <dgm:spPr/>
    </dgm:pt>
    <dgm:pt modelId="{8DB2BB61-8043-443E-9537-358547D08ABF}" type="pres">
      <dgm:prSet presAssocID="{5C1CFEB0-758C-4FCC-A046-96B482245B8A}" presName="FiveNodes_3_text" presStyleLbl="node1" presStyleIdx="4" presStyleCnt="5">
        <dgm:presLayoutVars>
          <dgm:bulletEnabled val="1"/>
        </dgm:presLayoutVars>
      </dgm:prSet>
      <dgm:spPr/>
    </dgm:pt>
    <dgm:pt modelId="{00472D7A-DCC1-43D7-BE04-8877D0718647}" type="pres">
      <dgm:prSet presAssocID="{5C1CFEB0-758C-4FCC-A046-96B482245B8A}" presName="FiveNodes_4_text" presStyleLbl="node1" presStyleIdx="4" presStyleCnt="5">
        <dgm:presLayoutVars>
          <dgm:bulletEnabled val="1"/>
        </dgm:presLayoutVars>
      </dgm:prSet>
      <dgm:spPr/>
    </dgm:pt>
    <dgm:pt modelId="{D267FDBE-4DDF-43AD-BD2F-E622BD781A99}" type="pres">
      <dgm:prSet presAssocID="{5C1CFEB0-758C-4FCC-A046-96B482245B8A}" presName="FiveNodes_5_text" presStyleLbl="node1" presStyleIdx="4" presStyleCnt="5">
        <dgm:presLayoutVars>
          <dgm:bulletEnabled val="1"/>
        </dgm:presLayoutVars>
      </dgm:prSet>
      <dgm:spPr/>
    </dgm:pt>
  </dgm:ptLst>
  <dgm:cxnLst>
    <dgm:cxn modelId="{4B8E7D0B-4AB7-47B4-A0F7-94853133F497}" type="presOf" srcId="{6F352793-F888-4243-8CE3-D79F5641089C}" destId="{1FAB5BCC-839F-4238-B84C-EC86AA871FA7}" srcOrd="0" destOrd="0" presId="urn:microsoft.com/office/officeart/2005/8/layout/vProcess5"/>
    <dgm:cxn modelId="{587D5411-CEBF-4BAE-8E92-713251AC7B8B}" type="presOf" srcId="{E8C7FC74-9648-4665-8A56-7CF06A21C863}" destId="{08F29E8F-9C3C-4BC9-98C9-AFC00B94EE89}" srcOrd="0" destOrd="0" presId="urn:microsoft.com/office/officeart/2005/8/layout/vProcess5"/>
    <dgm:cxn modelId="{0340A218-DE3D-4D1D-8415-5122573DD130}" type="presOf" srcId="{424B58FC-1EF3-4DE3-A517-370AD38AB0B4}" destId="{7A7CB796-5185-4D81-AE47-C7A42017CBEA}" srcOrd="1" destOrd="0" presId="urn:microsoft.com/office/officeart/2005/8/layout/vProcess5"/>
    <dgm:cxn modelId="{24187520-80C6-4A25-9B1D-75AEC41F2B94}" type="presOf" srcId="{493E6CCC-EE00-4069-9454-35EB6FAADA19}" destId="{8D3F2176-0EFD-483C-9B62-FF741834ED95}" srcOrd="1" destOrd="0" presId="urn:microsoft.com/office/officeart/2005/8/layout/vProcess5"/>
    <dgm:cxn modelId="{EFCF3D26-9991-4FC0-9855-F829B97EE6B6}" type="presOf" srcId="{493E6CCC-EE00-4069-9454-35EB6FAADA19}" destId="{237A1C7C-1C1D-42D9-824B-693A52E10316}" srcOrd="0" destOrd="0" presId="urn:microsoft.com/office/officeart/2005/8/layout/vProcess5"/>
    <dgm:cxn modelId="{88DABA3E-9296-4848-ABC6-985960021975}" srcId="{5C1CFEB0-758C-4FCC-A046-96B482245B8A}" destId="{493E6CCC-EE00-4069-9454-35EB6FAADA19}" srcOrd="1" destOrd="0" parTransId="{6CF4BC19-BF44-4592-934B-81BF37B1EF91}" sibTransId="{E8C7FC74-9648-4665-8A56-7CF06A21C863}"/>
    <dgm:cxn modelId="{CFE8CD43-E1BB-46EF-B5C2-4D6FDA5098FB}" type="presOf" srcId="{6EDB9A2B-EA46-4F57-8C8B-3F12BA3381D9}" destId="{0A0F52FC-6C1A-4FE5-833A-7275AA09FAA8}" srcOrd="0" destOrd="0" presId="urn:microsoft.com/office/officeart/2005/8/layout/vProcess5"/>
    <dgm:cxn modelId="{6F35D743-F480-454F-903A-0F5D2F94CC84}" srcId="{5C1CFEB0-758C-4FCC-A046-96B482245B8A}" destId="{D9D8F555-AADC-4825-8895-45FEEE77428C}" srcOrd="3" destOrd="0" parTransId="{61B37B27-D1CF-454F-B871-1C37A769A44E}" sibTransId="{494B040B-0049-41A7-944F-6D3C1C0E16BD}"/>
    <dgm:cxn modelId="{5BE1586F-C90D-47A7-811B-E6AC8908C9FD}" type="presOf" srcId="{D9D8F555-AADC-4825-8895-45FEEE77428C}" destId="{00472D7A-DCC1-43D7-BE04-8877D0718647}" srcOrd="1" destOrd="0" presId="urn:microsoft.com/office/officeart/2005/8/layout/vProcess5"/>
    <dgm:cxn modelId="{5904AB7E-A39D-427E-B18F-62E3C2FD6BA6}" type="presOf" srcId="{5C1CFEB0-758C-4FCC-A046-96B482245B8A}" destId="{B2BF374D-3A40-4478-85B8-F2DC4855AC35}" srcOrd="0" destOrd="0" presId="urn:microsoft.com/office/officeart/2005/8/layout/vProcess5"/>
    <dgm:cxn modelId="{C8135781-84D0-4399-A879-F73B8620801A}" type="presOf" srcId="{424B58FC-1EF3-4DE3-A517-370AD38AB0B4}" destId="{6595B808-558E-403C-A3EE-4B24A206DCE8}" srcOrd="0" destOrd="0" presId="urn:microsoft.com/office/officeart/2005/8/layout/vProcess5"/>
    <dgm:cxn modelId="{63606E8F-12D6-41BE-83C3-9F23CAC0E91B}" type="presOf" srcId="{7DBAB410-493D-4A92-843B-C99560F46F24}" destId="{8DB2BB61-8043-443E-9537-358547D08ABF}" srcOrd="1" destOrd="0" presId="urn:microsoft.com/office/officeart/2005/8/layout/vProcess5"/>
    <dgm:cxn modelId="{61777A98-7263-4129-BD12-EA80774ABBB6}" type="presOf" srcId="{7DBAB410-493D-4A92-843B-C99560F46F24}" destId="{930E038A-0D09-4DFF-990E-9120C32293D7}" srcOrd="0" destOrd="0" presId="urn:microsoft.com/office/officeart/2005/8/layout/vProcess5"/>
    <dgm:cxn modelId="{3196E39F-7582-4FB8-9033-3C97B00B3D6C}" type="presOf" srcId="{D9D8F555-AADC-4825-8895-45FEEE77428C}" destId="{B49AF309-AE4D-4AAA-AC0A-1DD6BB2F5DE9}" srcOrd="0" destOrd="0" presId="urn:microsoft.com/office/officeart/2005/8/layout/vProcess5"/>
    <dgm:cxn modelId="{408A03A7-3880-449E-A695-CCBE74211F2A}" srcId="{5C1CFEB0-758C-4FCC-A046-96B482245B8A}" destId="{7DBAB410-493D-4A92-843B-C99560F46F24}" srcOrd="2" destOrd="0" parTransId="{E3C2D259-EA2F-4AEB-AE26-1BA240C3C32D}" sibTransId="{6F352793-F888-4243-8CE3-D79F5641089C}"/>
    <dgm:cxn modelId="{AB4DC6B1-6E27-4F0C-A74E-B67F73C7E578}" type="presOf" srcId="{6EDB9A2B-EA46-4F57-8C8B-3F12BA3381D9}" destId="{D267FDBE-4DDF-43AD-BD2F-E622BD781A99}" srcOrd="1" destOrd="0" presId="urn:microsoft.com/office/officeart/2005/8/layout/vProcess5"/>
    <dgm:cxn modelId="{71241EC0-3E88-4EFA-AE2F-E5CEF9DBE302}" type="presOf" srcId="{064DD767-6C5A-4E8D-BAF3-034D24776169}" destId="{465BF4FD-66B0-473A-A0B3-837538B6F623}" srcOrd="0" destOrd="0" presId="urn:microsoft.com/office/officeart/2005/8/layout/vProcess5"/>
    <dgm:cxn modelId="{74F4DBD0-EFA9-442A-84EC-DD1BC29BF7C1}" srcId="{5C1CFEB0-758C-4FCC-A046-96B482245B8A}" destId="{6EDB9A2B-EA46-4F57-8C8B-3F12BA3381D9}" srcOrd="4" destOrd="0" parTransId="{2B51E4C7-5986-4858-A477-235C842B94A1}" sibTransId="{70F17920-75FA-452A-AA02-0F7065CFEAC8}"/>
    <dgm:cxn modelId="{7D84C7DC-07E8-415A-9F8F-85FA3AC91782}" srcId="{5C1CFEB0-758C-4FCC-A046-96B482245B8A}" destId="{424B58FC-1EF3-4DE3-A517-370AD38AB0B4}" srcOrd="0" destOrd="0" parTransId="{040EE283-437B-4DEC-9E07-2CEFF4392952}" sibTransId="{064DD767-6C5A-4E8D-BAF3-034D24776169}"/>
    <dgm:cxn modelId="{5853EEE1-BA8E-45ED-BD14-C72EEC95F25B}" type="presOf" srcId="{494B040B-0049-41A7-944F-6D3C1C0E16BD}" destId="{8853CD35-00C8-49CD-BEBB-D847C6AC5CB3}" srcOrd="0" destOrd="0" presId="urn:microsoft.com/office/officeart/2005/8/layout/vProcess5"/>
    <dgm:cxn modelId="{ADE1A6F6-D889-4E04-A9A9-1FAE28767069}" type="presParOf" srcId="{B2BF374D-3A40-4478-85B8-F2DC4855AC35}" destId="{F99759C6-6A25-4DB9-8A00-7FE25A46313B}" srcOrd="0" destOrd="0" presId="urn:microsoft.com/office/officeart/2005/8/layout/vProcess5"/>
    <dgm:cxn modelId="{38A0F23D-B19D-4499-B962-67F598DE627E}" type="presParOf" srcId="{B2BF374D-3A40-4478-85B8-F2DC4855AC35}" destId="{6595B808-558E-403C-A3EE-4B24A206DCE8}" srcOrd="1" destOrd="0" presId="urn:microsoft.com/office/officeart/2005/8/layout/vProcess5"/>
    <dgm:cxn modelId="{0E3EB301-C8DD-49C3-97CA-DA3A541D29C5}" type="presParOf" srcId="{B2BF374D-3A40-4478-85B8-F2DC4855AC35}" destId="{237A1C7C-1C1D-42D9-824B-693A52E10316}" srcOrd="2" destOrd="0" presId="urn:microsoft.com/office/officeart/2005/8/layout/vProcess5"/>
    <dgm:cxn modelId="{A52BD2EA-9C53-4535-91D2-6B0E12B8E154}" type="presParOf" srcId="{B2BF374D-3A40-4478-85B8-F2DC4855AC35}" destId="{930E038A-0D09-4DFF-990E-9120C32293D7}" srcOrd="3" destOrd="0" presId="urn:microsoft.com/office/officeart/2005/8/layout/vProcess5"/>
    <dgm:cxn modelId="{446AF183-12B3-46BC-ABBD-0E1886522E2B}" type="presParOf" srcId="{B2BF374D-3A40-4478-85B8-F2DC4855AC35}" destId="{B49AF309-AE4D-4AAA-AC0A-1DD6BB2F5DE9}" srcOrd="4" destOrd="0" presId="urn:microsoft.com/office/officeart/2005/8/layout/vProcess5"/>
    <dgm:cxn modelId="{AFF389D6-0D17-4051-BFFB-260E5503BA31}" type="presParOf" srcId="{B2BF374D-3A40-4478-85B8-F2DC4855AC35}" destId="{0A0F52FC-6C1A-4FE5-833A-7275AA09FAA8}" srcOrd="5" destOrd="0" presId="urn:microsoft.com/office/officeart/2005/8/layout/vProcess5"/>
    <dgm:cxn modelId="{F3E594BB-4CF1-413C-B251-03A8A9D12AE5}" type="presParOf" srcId="{B2BF374D-3A40-4478-85B8-F2DC4855AC35}" destId="{465BF4FD-66B0-473A-A0B3-837538B6F623}" srcOrd="6" destOrd="0" presId="urn:microsoft.com/office/officeart/2005/8/layout/vProcess5"/>
    <dgm:cxn modelId="{9BB6118D-82C5-4024-81EB-3B502060D37B}" type="presParOf" srcId="{B2BF374D-3A40-4478-85B8-F2DC4855AC35}" destId="{08F29E8F-9C3C-4BC9-98C9-AFC00B94EE89}" srcOrd="7" destOrd="0" presId="urn:microsoft.com/office/officeart/2005/8/layout/vProcess5"/>
    <dgm:cxn modelId="{C57D1639-C4AD-4E5D-9800-184544E6B58F}" type="presParOf" srcId="{B2BF374D-3A40-4478-85B8-F2DC4855AC35}" destId="{1FAB5BCC-839F-4238-B84C-EC86AA871FA7}" srcOrd="8" destOrd="0" presId="urn:microsoft.com/office/officeart/2005/8/layout/vProcess5"/>
    <dgm:cxn modelId="{D4AA1D55-F585-41B2-BF2B-5103291A3E5D}" type="presParOf" srcId="{B2BF374D-3A40-4478-85B8-F2DC4855AC35}" destId="{8853CD35-00C8-49CD-BEBB-D847C6AC5CB3}" srcOrd="9" destOrd="0" presId="urn:microsoft.com/office/officeart/2005/8/layout/vProcess5"/>
    <dgm:cxn modelId="{160F0389-6C55-4525-97DE-568E5FFEB89E}" type="presParOf" srcId="{B2BF374D-3A40-4478-85B8-F2DC4855AC35}" destId="{7A7CB796-5185-4D81-AE47-C7A42017CBEA}" srcOrd="10" destOrd="0" presId="urn:microsoft.com/office/officeart/2005/8/layout/vProcess5"/>
    <dgm:cxn modelId="{76746FBA-DB8F-417B-94FE-C1FC26267D85}" type="presParOf" srcId="{B2BF374D-3A40-4478-85B8-F2DC4855AC35}" destId="{8D3F2176-0EFD-483C-9B62-FF741834ED95}" srcOrd="11" destOrd="0" presId="urn:microsoft.com/office/officeart/2005/8/layout/vProcess5"/>
    <dgm:cxn modelId="{65599095-3C1F-4286-B958-8486B7DBA3E3}" type="presParOf" srcId="{B2BF374D-3A40-4478-85B8-F2DC4855AC35}" destId="{8DB2BB61-8043-443E-9537-358547D08ABF}" srcOrd="12" destOrd="0" presId="urn:microsoft.com/office/officeart/2005/8/layout/vProcess5"/>
    <dgm:cxn modelId="{66D42210-0AC8-402C-896B-50C9C27CC626}" type="presParOf" srcId="{B2BF374D-3A40-4478-85B8-F2DC4855AC35}" destId="{00472D7A-DCC1-43D7-BE04-8877D0718647}" srcOrd="13" destOrd="0" presId="urn:microsoft.com/office/officeart/2005/8/layout/vProcess5"/>
    <dgm:cxn modelId="{E4C90D4B-115D-46CF-8B40-A6D9B2DFF47C}" type="presParOf" srcId="{B2BF374D-3A40-4478-85B8-F2DC4855AC35}" destId="{D267FDBE-4DDF-43AD-BD2F-E622BD781A99}"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9FF706E-EC7C-48FC-943B-0F33DBB27D93}"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CDD92E3A-4CBC-4E93-B904-0EE6E2E14F7B}">
      <dgm:prSet/>
      <dgm:spPr/>
      <dgm:t>
        <a:bodyPr/>
        <a:lstStyle/>
        <a:p>
          <a:r>
            <a:rPr lang="en-US" b="1" i="0" baseline="0" dirty="0"/>
            <a:t>Customer Information:</a:t>
          </a:r>
          <a:r>
            <a:rPr lang="en-US" b="0" i="0" baseline="0" dirty="0"/>
            <a:t> age, gender, occupation, education.</a:t>
          </a:r>
          <a:endParaRPr lang="en-US" dirty="0"/>
        </a:p>
      </dgm:t>
    </dgm:pt>
    <dgm:pt modelId="{B8DA5203-D23C-42BD-9DAC-DB5A89DF5F5F}" type="parTrans" cxnId="{3FDDFF9F-C223-4551-BEC8-C8ED09979372}">
      <dgm:prSet/>
      <dgm:spPr/>
      <dgm:t>
        <a:bodyPr/>
        <a:lstStyle/>
        <a:p>
          <a:endParaRPr lang="en-US"/>
        </a:p>
      </dgm:t>
    </dgm:pt>
    <dgm:pt modelId="{11812C5D-E149-4F92-85CF-113E5ED221D1}" type="sibTrans" cxnId="{3FDDFF9F-C223-4551-BEC8-C8ED09979372}">
      <dgm:prSet/>
      <dgm:spPr/>
      <dgm:t>
        <a:bodyPr/>
        <a:lstStyle/>
        <a:p>
          <a:endParaRPr lang="en-US"/>
        </a:p>
      </dgm:t>
    </dgm:pt>
    <dgm:pt modelId="{2D61F775-24B2-434F-B9EC-0CD377C7FB5D}">
      <dgm:prSet/>
      <dgm:spPr/>
      <dgm:t>
        <a:bodyPr/>
        <a:lstStyle/>
        <a:p>
          <a:r>
            <a:rPr lang="en-US" b="1" i="0" baseline="0"/>
            <a:t>Policy Details:</a:t>
          </a:r>
          <a:r>
            <a:rPr lang="en-US" b="0" i="0" baseline="0"/>
            <a:t> policy number, premium, coverage type, and policy age.</a:t>
          </a:r>
          <a:endParaRPr lang="en-US"/>
        </a:p>
      </dgm:t>
    </dgm:pt>
    <dgm:pt modelId="{7BE729F5-FF62-4293-8C6B-F879933E8FFB}" type="parTrans" cxnId="{4F18B465-73A0-418F-BA9E-0D1FA3E12C9F}">
      <dgm:prSet/>
      <dgm:spPr/>
      <dgm:t>
        <a:bodyPr/>
        <a:lstStyle/>
        <a:p>
          <a:endParaRPr lang="en-US"/>
        </a:p>
      </dgm:t>
    </dgm:pt>
    <dgm:pt modelId="{870A47BE-8408-416C-8662-FB5507B985D5}" type="sibTrans" cxnId="{4F18B465-73A0-418F-BA9E-0D1FA3E12C9F}">
      <dgm:prSet/>
      <dgm:spPr/>
      <dgm:t>
        <a:bodyPr/>
        <a:lstStyle/>
        <a:p>
          <a:endParaRPr lang="en-US"/>
        </a:p>
      </dgm:t>
    </dgm:pt>
    <dgm:pt modelId="{8423DFE3-9567-4910-B10B-79FB089816A0}">
      <dgm:prSet/>
      <dgm:spPr/>
      <dgm:t>
        <a:bodyPr/>
        <a:lstStyle/>
        <a:p>
          <a:r>
            <a:rPr lang="en-US" b="1" i="0" baseline="0" dirty="0"/>
            <a:t>Incident Data:</a:t>
          </a:r>
          <a:r>
            <a:rPr lang="en-US" b="0" i="0" baseline="0" dirty="0"/>
            <a:t> incident type, collision severity, and police report availability.</a:t>
          </a:r>
          <a:endParaRPr lang="en-US" dirty="0"/>
        </a:p>
      </dgm:t>
    </dgm:pt>
    <dgm:pt modelId="{3F538A78-99FE-44D0-BAE3-9AF2967EBFC0}" type="parTrans" cxnId="{D9A0C556-ED3C-4344-B031-2CDB7E5AB44C}">
      <dgm:prSet/>
      <dgm:spPr/>
      <dgm:t>
        <a:bodyPr/>
        <a:lstStyle/>
        <a:p>
          <a:endParaRPr lang="en-US"/>
        </a:p>
      </dgm:t>
    </dgm:pt>
    <dgm:pt modelId="{6B8E7AC5-96D6-4181-906B-4E7902DAD5E7}" type="sibTrans" cxnId="{D9A0C556-ED3C-4344-B031-2CDB7E5AB44C}">
      <dgm:prSet/>
      <dgm:spPr/>
      <dgm:t>
        <a:bodyPr/>
        <a:lstStyle/>
        <a:p>
          <a:endParaRPr lang="en-US"/>
        </a:p>
      </dgm:t>
    </dgm:pt>
    <dgm:pt modelId="{4B782704-F367-438E-9AA4-D4E824C80528}">
      <dgm:prSet/>
      <dgm:spPr/>
      <dgm:t>
        <a:bodyPr/>
        <a:lstStyle/>
        <a:p>
          <a:r>
            <a:rPr lang="en-US" b="1" i="0" baseline="0" dirty="0"/>
            <a:t>Financials:</a:t>
          </a:r>
          <a:r>
            <a:rPr lang="en-US" b="0" i="0" baseline="0" dirty="0"/>
            <a:t> claim amount, deductible, and umbrella limit</a:t>
          </a:r>
          <a:endParaRPr lang="en-US" dirty="0"/>
        </a:p>
      </dgm:t>
    </dgm:pt>
    <dgm:pt modelId="{9324845C-EC05-49BC-8D00-A8271258194F}" type="parTrans" cxnId="{0FA33D1C-6733-4ECD-8DAB-28FA1C6E1B25}">
      <dgm:prSet/>
      <dgm:spPr/>
      <dgm:t>
        <a:bodyPr/>
        <a:lstStyle/>
        <a:p>
          <a:endParaRPr lang="en-US"/>
        </a:p>
      </dgm:t>
    </dgm:pt>
    <dgm:pt modelId="{26BFD251-C222-4F5F-A116-4E883AE19978}" type="sibTrans" cxnId="{0FA33D1C-6733-4ECD-8DAB-28FA1C6E1B25}">
      <dgm:prSet/>
      <dgm:spPr/>
      <dgm:t>
        <a:bodyPr/>
        <a:lstStyle/>
        <a:p>
          <a:endParaRPr lang="en-US"/>
        </a:p>
      </dgm:t>
    </dgm:pt>
    <dgm:pt modelId="{E6E6D1B7-2116-4CC3-A506-3E2FFC614CA5}" type="pres">
      <dgm:prSet presAssocID="{79FF706E-EC7C-48FC-943B-0F33DBB27D93}" presName="hierChild1" presStyleCnt="0">
        <dgm:presLayoutVars>
          <dgm:chPref val="1"/>
          <dgm:dir/>
          <dgm:animOne val="branch"/>
          <dgm:animLvl val="lvl"/>
          <dgm:resizeHandles/>
        </dgm:presLayoutVars>
      </dgm:prSet>
      <dgm:spPr/>
    </dgm:pt>
    <dgm:pt modelId="{78490DDD-E250-493F-B485-8EEB9794EB88}" type="pres">
      <dgm:prSet presAssocID="{CDD92E3A-4CBC-4E93-B904-0EE6E2E14F7B}" presName="hierRoot1" presStyleCnt="0"/>
      <dgm:spPr/>
    </dgm:pt>
    <dgm:pt modelId="{030FD071-B45E-436D-B206-FCC910A087F3}" type="pres">
      <dgm:prSet presAssocID="{CDD92E3A-4CBC-4E93-B904-0EE6E2E14F7B}" presName="composite" presStyleCnt="0"/>
      <dgm:spPr/>
    </dgm:pt>
    <dgm:pt modelId="{87C903A1-5DD3-4E20-AB6C-222CF7E7BCF9}" type="pres">
      <dgm:prSet presAssocID="{CDD92E3A-4CBC-4E93-B904-0EE6E2E14F7B}" presName="background" presStyleLbl="node0" presStyleIdx="0" presStyleCnt="4"/>
      <dgm:spPr/>
    </dgm:pt>
    <dgm:pt modelId="{CF3D6382-F04E-42E9-ACE8-E631F4319979}" type="pres">
      <dgm:prSet presAssocID="{CDD92E3A-4CBC-4E93-B904-0EE6E2E14F7B}" presName="text" presStyleLbl="fgAcc0" presStyleIdx="0" presStyleCnt="4">
        <dgm:presLayoutVars>
          <dgm:chPref val="3"/>
        </dgm:presLayoutVars>
      </dgm:prSet>
      <dgm:spPr/>
    </dgm:pt>
    <dgm:pt modelId="{5C68F236-C2FA-4891-A367-7252E950DA20}" type="pres">
      <dgm:prSet presAssocID="{CDD92E3A-4CBC-4E93-B904-0EE6E2E14F7B}" presName="hierChild2" presStyleCnt="0"/>
      <dgm:spPr/>
    </dgm:pt>
    <dgm:pt modelId="{0D2EBD59-DD26-41A1-ACEE-B7B57DF3EC41}" type="pres">
      <dgm:prSet presAssocID="{2D61F775-24B2-434F-B9EC-0CD377C7FB5D}" presName="hierRoot1" presStyleCnt="0"/>
      <dgm:spPr/>
    </dgm:pt>
    <dgm:pt modelId="{ADDF492B-7389-4434-87EB-28F41C35542E}" type="pres">
      <dgm:prSet presAssocID="{2D61F775-24B2-434F-B9EC-0CD377C7FB5D}" presName="composite" presStyleCnt="0"/>
      <dgm:spPr/>
    </dgm:pt>
    <dgm:pt modelId="{D9A257D8-6472-40B7-8C41-A8B46E1E46ED}" type="pres">
      <dgm:prSet presAssocID="{2D61F775-24B2-434F-B9EC-0CD377C7FB5D}" presName="background" presStyleLbl="node0" presStyleIdx="1" presStyleCnt="4"/>
      <dgm:spPr/>
    </dgm:pt>
    <dgm:pt modelId="{3F11BA4D-A80D-494F-AA35-1191894B8D2C}" type="pres">
      <dgm:prSet presAssocID="{2D61F775-24B2-434F-B9EC-0CD377C7FB5D}" presName="text" presStyleLbl="fgAcc0" presStyleIdx="1" presStyleCnt="4">
        <dgm:presLayoutVars>
          <dgm:chPref val="3"/>
        </dgm:presLayoutVars>
      </dgm:prSet>
      <dgm:spPr/>
    </dgm:pt>
    <dgm:pt modelId="{83C5EE6D-B30E-42B2-AF16-6AA43C97DC38}" type="pres">
      <dgm:prSet presAssocID="{2D61F775-24B2-434F-B9EC-0CD377C7FB5D}" presName="hierChild2" presStyleCnt="0"/>
      <dgm:spPr/>
    </dgm:pt>
    <dgm:pt modelId="{5C903FC8-D934-4A8D-A63B-2719D01A1836}" type="pres">
      <dgm:prSet presAssocID="{8423DFE3-9567-4910-B10B-79FB089816A0}" presName="hierRoot1" presStyleCnt="0"/>
      <dgm:spPr/>
    </dgm:pt>
    <dgm:pt modelId="{EEC07401-86FD-4F36-BACD-F349F585A805}" type="pres">
      <dgm:prSet presAssocID="{8423DFE3-9567-4910-B10B-79FB089816A0}" presName="composite" presStyleCnt="0"/>
      <dgm:spPr/>
    </dgm:pt>
    <dgm:pt modelId="{4473E85B-58DC-49E9-946C-4B11B4E128FB}" type="pres">
      <dgm:prSet presAssocID="{8423DFE3-9567-4910-B10B-79FB089816A0}" presName="background" presStyleLbl="node0" presStyleIdx="2" presStyleCnt="4"/>
      <dgm:spPr/>
    </dgm:pt>
    <dgm:pt modelId="{5945BD58-BE21-41A9-BFA6-AE9453E96689}" type="pres">
      <dgm:prSet presAssocID="{8423DFE3-9567-4910-B10B-79FB089816A0}" presName="text" presStyleLbl="fgAcc0" presStyleIdx="2" presStyleCnt="4">
        <dgm:presLayoutVars>
          <dgm:chPref val="3"/>
        </dgm:presLayoutVars>
      </dgm:prSet>
      <dgm:spPr/>
    </dgm:pt>
    <dgm:pt modelId="{EE54A798-CB82-4D2F-911A-BA824935F305}" type="pres">
      <dgm:prSet presAssocID="{8423DFE3-9567-4910-B10B-79FB089816A0}" presName="hierChild2" presStyleCnt="0"/>
      <dgm:spPr/>
    </dgm:pt>
    <dgm:pt modelId="{6696B917-CDFB-41DB-95D8-32BF26913581}" type="pres">
      <dgm:prSet presAssocID="{4B782704-F367-438E-9AA4-D4E824C80528}" presName="hierRoot1" presStyleCnt="0"/>
      <dgm:spPr/>
    </dgm:pt>
    <dgm:pt modelId="{7F30893D-529E-4A15-A13B-3F90999E1FFE}" type="pres">
      <dgm:prSet presAssocID="{4B782704-F367-438E-9AA4-D4E824C80528}" presName="composite" presStyleCnt="0"/>
      <dgm:spPr/>
    </dgm:pt>
    <dgm:pt modelId="{749BE1D4-5894-49AE-9FF7-0315216C569C}" type="pres">
      <dgm:prSet presAssocID="{4B782704-F367-438E-9AA4-D4E824C80528}" presName="background" presStyleLbl="node0" presStyleIdx="3" presStyleCnt="4"/>
      <dgm:spPr/>
    </dgm:pt>
    <dgm:pt modelId="{449C31AD-2FE9-42FA-AD07-E591036AAA5F}" type="pres">
      <dgm:prSet presAssocID="{4B782704-F367-438E-9AA4-D4E824C80528}" presName="text" presStyleLbl="fgAcc0" presStyleIdx="3" presStyleCnt="4">
        <dgm:presLayoutVars>
          <dgm:chPref val="3"/>
        </dgm:presLayoutVars>
      </dgm:prSet>
      <dgm:spPr/>
    </dgm:pt>
    <dgm:pt modelId="{41A20A9B-D17E-46FA-B52C-57CF32E44F94}" type="pres">
      <dgm:prSet presAssocID="{4B782704-F367-438E-9AA4-D4E824C80528}" presName="hierChild2" presStyleCnt="0"/>
      <dgm:spPr/>
    </dgm:pt>
  </dgm:ptLst>
  <dgm:cxnLst>
    <dgm:cxn modelId="{0FA33D1C-6733-4ECD-8DAB-28FA1C6E1B25}" srcId="{79FF706E-EC7C-48FC-943B-0F33DBB27D93}" destId="{4B782704-F367-438E-9AA4-D4E824C80528}" srcOrd="3" destOrd="0" parTransId="{9324845C-EC05-49BC-8D00-A8271258194F}" sibTransId="{26BFD251-C222-4F5F-A116-4E883AE19978}"/>
    <dgm:cxn modelId="{567EA323-22CE-4E46-89C5-18FDD3902091}" type="presOf" srcId="{4B782704-F367-438E-9AA4-D4E824C80528}" destId="{449C31AD-2FE9-42FA-AD07-E591036AAA5F}" srcOrd="0" destOrd="0" presId="urn:microsoft.com/office/officeart/2005/8/layout/hierarchy1"/>
    <dgm:cxn modelId="{4F18B465-73A0-418F-BA9E-0D1FA3E12C9F}" srcId="{79FF706E-EC7C-48FC-943B-0F33DBB27D93}" destId="{2D61F775-24B2-434F-B9EC-0CD377C7FB5D}" srcOrd="1" destOrd="0" parTransId="{7BE729F5-FF62-4293-8C6B-F879933E8FFB}" sibTransId="{870A47BE-8408-416C-8662-FB5507B985D5}"/>
    <dgm:cxn modelId="{2DC16367-C858-4272-BB41-B7E66F4099E1}" type="presOf" srcId="{2D61F775-24B2-434F-B9EC-0CD377C7FB5D}" destId="{3F11BA4D-A80D-494F-AA35-1191894B8D2C}" srcOrd="0" destOrd="0" presId="urn:microsoft.com/office/officeart/2005/8/layout/hierarchy1"/>
    <dgm:cxn modelId="{D9A0C556-ED3C-4344-B031-2CDB7E5AB44C}" srcId="{79FF706E-EC7C-48FC-943B-0F33DBB27D93}" destId="{8423DFE3-9567-4910-B10B-79FB089816A0}" srcOrd="2" destOrd="0" parTransId="{3F538A78-99FE-44D0-BAE3-9AF2967EBFC0}" sibTransId="{6B8E7AC5-96D6-4181-906B-4E7902DAD5E7}"/>
    <dgm:cxn modelId="{3FDDFF9F-C223-4551-BEC8-C8ED09979372}" srcId="{79FF706E-EC7C-48FC-943B-0F33DBB27D93}" destId="{CDD92E3A-4CBC-4E93-B904-0EE6E2E14F7B}" srcOrd="0" destOrd="0" parTransId="{B8DA5203-D23C-42BD-9DAC-DB5A89DF5F5F}" sibTransId="{11812C5D-E149-4F92-85CF-113E5ED221D1}"/>
    <dgm:cxn modelId="{AF27D1CC-9EE9-442B-94D8-CBA6832EB004}" type="presOf" srcId="{CDD92E3A-4CBC-4E93-B904-0EE6E2E14F7B}" destId="{CF3D6382-F04E-42E9-ACE8-E631F4319979}" srcOrd="0" destOrd="0" presId="urn:microsoft.com/office/officeart/2005/8/layout/hierarchy1"/>
    <dgm:cxn modelId="{193C68CD-3584-45CF-94FE-BC05F649E78E}" type="presOf" srcId="{8423DFE3-9567-4910-B10B-79FB089816A0}" destId="{5945BD58-BE21-41A9-BFA6-AE9453E96689}" srcOrd="0" destOrd="0" presId="urn:microsoft.com/office/officeart/2005/8/layout/hierarchy1"/>
    <dgm:cxn modelId="{0A742BEB-FA58-4449-AF09-F6089FB51621}" type="presOf" srcId="{79FF706E-EC7C-48FC-943B-0F33DBB27D93}" destId="{E6E6D1B7-2116-4CC3-A506-3E2FFC614CA5}" srcOrd="0" destOrd="0" presId="urn:microsoft.com/office/officeart/2005/8/layout/hierarchy1"/>
    <dgm:cxn modelId="{871DD28A-1FBE-46F6-9E97-8039A4F7FD4A}" type="presParOf" srcId="{E6E6D1B7-2116-4CC3-A506-3E2FFC614CA5}" destId="{78490DDD-E250-493F-B485-8EEB9794EB88}" srcOrd="0" destOrd="0" presId="urn:microsoft.com/office/officeart/2005/8/layout/hierarchy1"/>
    <dgm:cxn modelId="{7C7C0D13-C991-4252-8DFE-BBBFAB733F3D}" type="presParOf" srcId="{78490DDD-E250-493F-B485-8EEB9794EB88}" destId="{030FD071-B45E-436D-B206-FCC910A087F3}" srcOrd="0" destOrd="0" presId="urn:microsoft.com/office/officeart/2005/8/layout/hierarchy1"/>
    <dgm:cxn modelId="{EBC453E7-57D1-4C3B-A9A8-80EB11ED1AB6}" type="presParOf" srcId="{030FD071-B45E-436D-B206-FCC910A087F3}" destId="{87C903A1-5DD3-4E20-AB6C-222CF7E7BCF9}" srcOrd="0" destOrd="0" presId="urn:microsoft.com/office/officeart/2005/8/layout/hierarchy1"/>
    <dgm:cxn modelId="{BA3AF474-D8C7-4DE6-8B43-3869D1E8C2CD}" type="presParOf" srcId="{030FD071-B45E-436D-B206-FCC910A087F3}" destId="{CF3D6382-F04E-42E9-ACE8-E631F4319979}" srcOrd="1" destOrd="0" presId="urn:microsoft.com/office/officeart/2005/8/layout/hierarchy1"/>
    <dgm:cxn modelId="{BEF25DC3-F829-42C3-8DFE-7CBF5060D5EB}" type="presParOf" srcId="{78490DDD-E250-493F-B485-8EEB9794EB88}" destId="{5C68F236-C2FA-4891-A367-7252E950DA20}" srcOrd="1" destOrd="0" presId="urn:microsoft.com/office/officeart/2005/8/layout/hierarchy1"/>
    <dgm:cxn modelId="{41E30BA5-390F-43FF-AD48-EAEA27F8D2BE}" type="presParOf" srcId="{E6E6D1B7-2116-4CC3-A506-3E2FFC614CA5}" destId="{0D2EBD59-DD26-41A1-ACEE-B7B57DF3EC41}" srcOrd="1" destOrd="0" presId="urn:microsoft.com/office/officeart/2005/8/layout/hierarchy1"/>
    <dgm:cxn modelId="{AF07B85E-618E-499A-BFE2-4D5CD52D899F}" type="presParOf" srcId="{0D2EBD59-DD26-41A1-ACEE-B7B57DF3EC41}" destId="{ADDF492B-7389-4434-87EB-28F41C35542E}" srcOrd="0" destOrd="0" presId="urn:microsoft.com/office/officeart/2005/8/layout/hierarchy1"/>
    <dgm:cxn modelId="{FA33970B-D8DC-4B52-AE80-5F509DC78C5C}" type="presParOf" srcId="{ADDF492B-7389-4434-87EB-28F41C35542E}" destId="{D9A257D8-6472-40B7-8C41-A8B46E1E46ED}" srcOrd="0" destOrd="0" presId="urn:microsoft.com/office/officeart/2005/8/layout/hierarchy1"/>
    <dgm:cxn modelId="{591A7852-AD0A-4969-A2D6-564AA4497EAA}" type="presParOf" srcId="{ADDF492B-7389-4434-87EB-28F41C35542E}" destId="{3F11BA4D-A80D-494F-AA35-1191894B8D2C}" srcOrd="1" destOrd="0" presId="urn:microsoft.com/office/officeart/2005/8/layout/hierarchy1"/>
    <dgm:cxn modelId="{C606B857-F437-461B-81B8-DAB5AE057093}" type="presParOf" srcId="{0D2EBD59-DD26-41A1-ACEE-B7B57DF3EC41}" destId="{83C5EE6D-B30E-42B2-AF16-6AA43C97DC38}" srcOrd="1" destOrd="0" presId="urn:microsoft.com/office/officeart/2005/8/layout/hierarchy1"/>
    <dgm:cxn modelId="{74097713-EB4B-4E39-A76E-278E185CD652}" type="presParOf" srcId="{E6E6D1B7-2116-4CC3-A506-3E2FFC614CA5}" destId="{5C903FC8-D934-4A8D-A63B-2719D01A1836}" srcOrd="2" destOrd="0" presId="urn:microsoft.com/office/officeart/2005/8/layout/hierarchy1"/>
    <dgm:cxn modelId="{B4D7156D-0345-48E0-8077-6BDF781B393C}" type="presParOf" srcId="{5C903FC8-D934-4A8D-A63B-2719D01A1836}" destId="{EEC07401-86FD-4F36-BACD-F349F585A805}" srcOrd="0" destOrd="0" presId="urn:microsoft.com/office/officeart/2005/8/layout/hierarchy1"/>
    <dgm:cxn modelId="{6D86D67F-BB33-4FAB-AB77-F2F9AC6D290E}" type="presParOf" srcId="{EEC07401-86FD-4F36-BACD-F349F585A805}" destId="{4473E85B-58DC-49E9-946C-4B11B4E128FB}" srcOrd="0" destOrd="0" presId="urn:microsoft.com/office/officeart/2005/8/layout/hierarchy1"/>
    <dgm:cxn modelId="{A13713D2-32D4-44CC-89E6-9ED791F58F0C}" type="presParOf" srcId="{EEC07401-86FD-4F36-BACD-F349F585A805}" destId="{5945BD58-BE21-41A9-BFA6-AE9453E96689}" srcOrd="1" destOrd="0" presId="urn:microsoft.com/office/officeart/2005/8/layout/hierarchy1"/>
    <dgm:cxn modelId="{4813A754-C0FA-451E-AC89-152BC1A39F7B}" type="presParOf" srcId="{5C903FC8-D934-4A8D-A63B-2719D01A1836}" destId="{EE54A798-CB82-4D2F-911A-BA824935F305}" srcOrd="1" destOrd="0" presId="urn:microsoft.com/office/officeart/2005/8/layout/hierarchy1"/>
    <dgm:cxn modelId="{657F9503-B208-4558-899F-3F96F61150B4}" type="presParOf" srcId="{E6E6D1B7-2116-4CC3-A506-3E2FFC614CA5}" destId="{6696B917-CDFB-41DB-95D8-32BF26913581}" srcOrd="3" destOrd="0" presId="urn:microsoft.com/office/officeart/2005/8/layout/hierarchy1"/>
    <dgm:cxn modelId="{C86AD1A8-FFC8-4E4A-8827-336987A313E0}" type="presParOf" srcId="{6696B917-CDFB-41DB-95D8-32BF26913581}" destId="{7F30893D-529E-4A15-A13B-3F90999E1FFE}" srcOrd="0" destOrd="0" presId="urn:microsoft.com/office/officeart/2005/8/layout/hierarchy1"/>
    <dgm:cxn modelId="{57570DB3-78FF-4B9C-A9BF-62777025D1B5}" type="presParOf" srcId="{7F30893D-529E-4A15-A13B-3F90999E1FFE}" destId="{749BE1D4-5894-49AE-9FF7-0315216C569C}" srcOrd="0" destOrd="0" presId="urn:microsoft.com/office/officeart/2005/8/layout/hierarchy1"/>
    <dgm:cxn modelId="{305E633B-6304-4A1E-ABA8-3692ED7CA2AF}" type="presParOf" srcId="{7F30893D-529E-4A15-A13B-3F90999E1FFE}" destId="{449C31AD-2FE9-42FA-AD07-E591036AAA5F}" srcOrd="1" destOrd="0" presId="urn:microsoft.com/office/officeart/2005/8/layout/hierarchy1"/>
    <dgm:cxn modelId="{9DEF7F62-1217-49A6-AA13-2213BB605238}" type="presParOf" srcId="{6696B917-CDFB-41DB-95D8-32BF26913581}" destId="{41A20A9B-D17E-46FA-B52C-57CF32E44F9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939703-7977-4C68-9C38-8B1BBECB9DFE}"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16A62FE2-5054-41C4-98E8-EA90A3A486CA}">
      <dgm:prSet/>
      <dgm:spPr/>
      <dgm:t>
        <a:bodyPr/>
        <a:lstStyle/>
        <a:p>
          <a:r>
            <a:rPr lang="en-US" b="1" dirty="0"/>
            <a:t>Missing values</a:t>
          </a:r>
          <a:endParaRPr lang="en-US" dirty="0"/>
        </a:p>
      </dgm:t>
    </dgm:pt>
    <dgm:pt modelId="{97A3A17E-B462-4337-88B4-2BA4DE8D9F07}" type="parTrans" cxnId="{28563DF8-979A-4010-B7E9-71EC887D51AA}">
      <dgm:prSet/>
      <dgm:spPr/>
      <dgm:t>
        <a:bodyPr/>
        <a:lstStyle/>
        <a:p>
          <a:endParaRPr lang="en-US"/>
        </a:p>
      </dgm:t>
    </dgm:pt>
    <dgm:pt modelId="{38D74BF6-83E9-4332-8593-55F47E13186F}" type="sibTrans" cxnId="{28563DF8-979A-4010-B7E9-71EC887D51AA}">
      <dgm:prSet/>
      <dgm:spPr/>
      <dgm:t>
        <a:bodyPr/>
        <a:lstStyle/>
        <a:p>
          <a:endParaRPr lang="en-US"/>
        </a:p>
      </dgm:t>
    </dgm:pt>
    <dgm:pt modelId="{8F3AB213-CBFF-4E7F-8D56-45FAF7C78330}">
      <dgm:prSet/>
      <dgm:spPr/>
      <dgm:t>
        <a:bodyPr/>
        <a:lstStyle/>
        <a:p>
          <a:r>
            <a:rPr lang="en-US" b="1"/>
            <a:t>Outliers</a:t>
          </a:r>
          <a:endParaRPr lang="en-US"/>
        </a:p>
      </dgm:t>
    </dgm:pt>
    <dgm:pt modelId="{91CCC20F-CD8C-4C00-B36B-57F6D2671352}" type="parTrans" cxnId="{6961A4CE-8F93-40D3-BEDC-FA9A1F3BB104}">
      <dgm:prSet/>
      <dgm:spPr/>
      <dgm:t>
        <a:bodyPr/>
        <a:lstStyle/>
        <a:p>
          <a:endParaRPr lang="en-US"/>
        </a:p>
      </dgm:t>
    </dgm:pt>
    <dgm:pt modelId="{4AE8C1EE-2AE4-41DA-90B1-85D74BF94766}" type="sibTrans" cxnId="{6961A4CE-8F93-40D3-BEDC-FA9A1F3BB104}">
      <dgm:prSet/>
      <dgm:spPr/>
      <dgm:t>
        <a:bodyPr/>
        <a:lstStyle/>
        <a:p>
          <a:endParaRPr lang="en-US"/>
        </a:p>
      </dgm:t>
    </dgm:pt>
    <dgm:pt modelId="{E0D4CE13-C22C-4E47-895C-E0A40F1CAB13}">
      <dgm:prSet/>
      <dgm:spPr/>
      <dgm:t>
        <a:bodyPr/>
        <a:lstStyle/>
        <a:p>
          <a:r>
            <a:rPr lang="en-US" b="1" dirty="0"/>
            <a:t>Uneven distribution/Class imbalance</a:t>
          </a:r>
          <a:endParaRPr lang="en-US" dirty="0"/>
        </a:p>
      </dgm:t>
    </dgm:pt>
    <dgm:pt modelId="{1D190A9D-2819-4198-B24F-1AB13A763EC8}" type="parTrans" cxnId="{B82B665C-FD14-4653-AEDC-8F58FFE09BA5}">
      <dgm:prSet/>
      <dgm:spPr/>
      <dgm:t>
        <a:bodyPr/>
        <a:lstStyle/>
        <a:p>
          <a:endParaRPr lang="en-US"/>
        </a:p>
      </dgm:t>
    </dgm:pt>
    <dgm:pt modelId="{B4B381D8-8D91-4AE4-9F37-C635EFCE0369}" type="sibTrans" cxnId="{B82B665C-FD14-4653-AEDC-8F58FFE09BA5}">
      <dgm:prSet/>
      <dgm:spPr/>
      <dgm:t>
        <a:bodyPr/>
        <a:lstStyle/>
        <a:p>
          <a:endParaRPr lang="en-US"/>
        </a:p>
      </dgm:t>
    </dgm:pt>
    <dgm:pt modelId="{579246B9-387C-49C8-8630-B553CA9A3AF8}" type="pres">
      <dgm:prSet presAssocID="{40939703-7977-4C68-9C38-8B1BBECB9DFE}" presName="hierChild1" presStyleCnt="0">
        <dgm:presLayoutVars>
          <dgm:chPref val="1"/>
          <dgm:dir/>
          <dgm:animOne val="branch"/>
          <dgm:animLvl val="lvl"/>
          <dgm:resizeHandles/>
        </dgm:presLayoutVars>
      </dgm:prSet>
      <dgm:spPr/>
    </dgm:pt>
    <dgm:pt modelId="{67CA9FAD-F9F6-419E-B366-26D5977F4210}" type="pres">
      <dgm:prSet presAssocID="{16A62FE2-5054-41C4-98E8-EA90A3A486CA}" presName="hierRoot1" presStyleCnt="0"/>
      <dgm:spPr/>
    </dgm:pt>
    <dgm:pt modelId="{FE03EDFA-9C84-45B7-9FAD-1193AFFCAB77}" type="pres">
      <dgm:prSet presAssocID="{16A62FE2-5054-41C4-98E8-EA90A3A486CA}" presName="composite" presStyleCnt="0"/>
      <dgm:spPr/>
    </dgm:pt>
    <dgm:pt modelId="{3EBABDB6-E65B-47AC-8722-5EDCE1A5D72C}" type="pres">
      <dgm:prSet presAssocID="{16A62FE2-5054-41C4-98E8-EA90A3A486CA}" presName="background" presStyleLbl="node0" presStyleIdx="0" presStyleCnt="3"/>
      <dgm:spPr/>
    </dgm:pt>
    <dgm:pt modelId="{B0FED024-AE90-49F6-A46E-424016A89CB2}" type="pres">
      <dgm:prSet presAssocID="{16A62FE2-5054-41C4-98E8-EA90A3A486CA}" presName="text" presStyleLbl="fgAcc0" presStyleIdx="0" presStyleCnt="3" custLinFactNeighborX="-567" custLinFactNeighborY="-34359">
        <dgm:presLayoutVars>
          <dgm:chPref val="3"/>
        </dgm:presLayoutVars>
      </dgm:prSet>
      <dgm:spPr/>
    </dgm:pt>
    <dgm:pt modelId="{0BEACE13-DBBC-48EF-A325-4F8D97411F74}" type="pres">
      <dgm:prSet presAssocID="{16A62FE2-5054-41C4-98E8-EA90A3A486CA}" presName="hierChild2" presStyleCnt="0"/>
      <dgm:spPr/>
    </dgm:pt>
    <dgm:pt modelId="{D7A0FEE4-67C3-45F1-8088-72DD4F028493}" type="pres">
      <dgm:prSet presAssocID="{8F3AB213-CBFF-4E7F-8D56-45FAF7C78330}" presName="hierRoot1" presStyleCnt="0"/>
      <dgm:spPr/>
    </dgm:pt>
    <dgm:pt modelId="{65074903-365E-4541-8355-51A7CCB422D7}" type="pres">
      <dgm:prSet presAssocID="{8F3AB213-CBFF-4E7F-8D56-45FAF7C78330}" presName="composite" presStyleCnt="0"/>
      <dgm:spPr/>
    </dgm:pt>
    <dgm:pt modelId="{FFEB71AA-C991-4109-A503-7216A9EFFAF4}" type="pres">
      <dgm:prSet presAssocID="{8F3AB213-CBFF-4E7F-8D56-45FAF7C78330}" presName="background" presStyleLbl="node0" presStyleIdx="1" presStyleCnt="3"/>
      <dgm:spPr/>
    </dgm:pt>
    <dgm:pt modelId="{FDCFD61F-1607-43D3-98DE-53DE05F1C4E4}" type="pres">
      <dgm:prSet presAssocID="{8F3AB213-CBFF-4E7F-8D56-45FAF7C78330}" presName="text" presStyleLbl="fgAcc0" presStyleIdx="1" presStyleCnt="3" custLinFactNeighborX="283" custLinFactNeighborY="-35251">
        <dgm:presLayoutVars>
          <dgm:chPref val="3"/>
        </dgm:presLayoutVars>
      </dgm:prSet>
      <dgm:spPr/>
    </dgm:pt>
    <dgm:pt modelId="{EB067083-9F88-424A-9F47-6A0F2E890519}" type="pres">
      <dgm:prSet presAssocID="{8F3AB213-CBFF-4E7F-8D56-45FAF7C78330}" presName="hierChild2" presStyleCnt="0"/>
      <dgm:spPr/>
    </dgm:pt>
    <dgm:pt modelId="{4C398514-5DB0-44AA-ADA2-789DD3171AA1}" type="pres">
      <dgm:prSet presAssocID="{E0D4CE13-C22C-4E47-895C-E0A40F1CAB13}" presName="hierRoot1" presStyleCnt="0"/>
      <dgm:spPr/>
    </dgm:pt>
    <dgm:pt modelId="{933E1A27-8C2B-4F64-A178-A375BB30CCD1}" type="pres">
      <dgm:prSet presAssocID="{E0D4CE13-C22C-4E47-895C-E0A40F1CAB13}" presName="composite" presStyleCnt="0"/>
      <dgm:spPr/>
    </dgm:pt>
    <dgm:pt modelId="{4EF4C893-3C58-439D-9600-57348975FACA}" type="pres">
      <dgm:prSet presAssocID="{E0D4CE13-C22C-4E47-895C-E0A40F1CAB13}" presName="background" presStyleLbl="node0" presStyleIdx="2" presStyleCnt="3"/>
      <dgm:spPr/>
    </dgm:pt>
    <dgm:pt modelId="{3E17391E-BA25-4B5E-80DC-A12A7D1F45BF}" type="pres">
      <dgm:prSet presAssocID="{E0D4CE13-C22C-4E47-895C-E0A40F1CAB13}" presName="text" presStyleLbl="fgAcc0" presStyleIdx="2" presStyleCnt="3" custLinFactNeighborX="-2412" custLinFactNeighborY="-34359">
        <dgm:presLayoutVars>
          <dgm:chPref val="3"/>
        </dgm:presLayoutVars>
      </dgm:prSet>
      <dgm:spPr/>
    </dgm:pt>
    <dgm:pt modelId="{C5E6C35F-69D6-4453-8F78-4C20E275F35D}" type="pres">
      <dgm:prSet presAssocID="{E0D4CE13-C22C-4E47-895C-E0A40F1CAB13}" presName="hierChild2" presStyleCnt="0"/>
      <dgm:spPr/>
    </dgm:pt>
  </dgm:ptLst>
  <dgm:cxnLst>
    <dgm:cxn modelId="{54CED926-152F-4190-8AA7-0F8EC287A187}" type="presOf" srcId="{16A62FE2-5054-41C4-98E8-EA90A3A486CA}" destId="{B0FED024-AE90-49F6-A46E-424016A89CB2}" srcOrd="0" destOrd="0" presId="urn:microsoft.com/office/officeart/2005/8/layout/hierarchy1"/>
    <dgm:cxn modelId="{1432293D-E2F7-4D16-8257-C4CF5C4AD082}" type="presOf" srcId="{E0D4CE13-C22C-4E47-895C-E0A40F1CAB13}" destId="{3E17391E-BA25-4B5E-80DC-A12A7D1F45BF}" srcOrd="0" destOrd="0" presId="urn:microsoft.com/office/officeart/2005/8/layout/hierarchy1"/>
    <dgm:cxn modelId="{B82B665C-FD14-4653-AEDC-8F58FFE09BA5}" srcId="{40939703-7977-4C68-9C38-8B1BBECB9DFE}" destId="{E0D4CE13-C22C-4E47-895C-E0A40F1CAB13}" srcOrd="2" destOrd="0" parTransId="{1D190A9D-2819-4198-B24F-1AB13A763EC8}" sibTransId="{B4B381D8-8D91-4AE4-9F37-C635EFCE0369}"/>
    <dgm:cxn modelId="{5C2CE16E-195F-406D-B69C-A09BF91B46A5}" type="presOf" srcId="{8F3AB213-CBFF-4E7F-8D56-45FAF7C78330}" destId="{FDCFD61F-1607-43D3-98DE-53DE05F1C4E4}" srcOrd="0" destOrd="0" presId="urn:microsoft.com/office/officeart/2005/8/layout/hierarchy1"/>
    <dgm:cxn modelId="{C9320396-646D-4C9A-9BD9-98DA5A729596}" type="presOf" srcId="{40939703-7977-4C68-9C38-8B1BBECB9DFE}" destId="{579246B9-387C-49C8-8630-B553CA9A3AF8}" srcOrd="0" destOrd="0" presId="urn:microsoft.com/office/officeart/2005/8/layout/hierarchy1"/>
    <dgm:cxn modelId="{6961A4CE-8F93-40D3-BEDC-FA9A1F3BB104}" srcId="{40939703-7977-4C68-9C38-8B1BBECB9DFE}" destId="{8F3AB213-CBFF-4E7F-8D56-45FAF7C78330}" srcOrd="1" destOrd="0" parTransId="{91CCC20F-CD8C-4C00-B36B-57F6D2671352}" sibTransId="{4AE8C1EE-2AE4-41DA-90B1-85D74BF94766}"/>
    <dgm:cxn modelId="{28563DF8-979A-4010-B7E9-71EC887D51AA}" srcId="{40939703-7977-4C68-9C38-8B1BBECB9DFE}" destId="{16A62FE2-5054-41C4-98E8-EA90A3A486CA}" srcOrd="0" destOrd="0" parTransId="{97A3A17E-B462-4337-88B4-2BA4DE8D9F07}" sibTransId="{38D74BF6-83E9-4332-8593-55F47E13186F}"/>
    <dgm:cxn modelId="{97C2E27C-E370-4A87-8EA7-0DD370CC51BA}" type="presParOf" srcId="{579246B9-387C-49C8-8630-B553CA9A3AF8}" destId="{67CA9FAD-F9F6-419E-B366-26D5977F4210}" srcOrd="0" destOrd="0" presId="urn:microsoft.com/office/officeart/2005/8/layout/hierarchy1"/>
    <dgm:cxn modelId="{0D12FE95-8CBB-4C13-928F-421F4888A7D5}" type="presParOf" srcId="{67CA9FAD-F9F6-419E-B366-26D5977F4210}" destId="{FE03EDFA-9C84-45B7-9FAD-1193AFFCAB77}" srcOrd="0" destOrd="0" presId="urn:microsoft.com/office/officeart/2005/8/layout/hierarchy1"/>
    <dgm:cxn modelId="{1D7A38B9-4273-4023-98B4-61910700351A}" type="presParOf" srcId="{FE03EDFA-9C84-45B7-9FAD-1193AFFCAB77}" destId="{3EBABDB6-E65B-47AC-8722-5EDCE1A5D72C}" srcOrd="0" destOrd="0" presId="urn:microsoft.com/office/officeart/2005/8/layout/hierarchy1"/>
    <dgm:cxn modelId="{8ECD06A4-BCC9-46F0-93D5-28829B589F1A}" type="presParOf" srcId="{FE03EDFA-9C84-45B7-9FAD-1193AFFCAB77}" destId="{B0FED024-AE90-49F6-A46E-424016A89CB2}" srcOrd="1" destOrd="0" presId="urn:microsoft.com/office/officeart/2005/8/layout/hierarchy1"/>
    <dgm:cxn modelId="{ADDE0F02-C8DF-49E2-9312-3222DC84E86F}" type="presParOf" srcId="{67CA9FAD-F9F6-419E-B366-26D5977F4210}" destId="{0BEACE13-DBBC-48EF-A325-4F8D97411F74}" srcOrd="1" destOrd="0" presId="urn:microsoft.com/office/officeart/2005/8/layout/hierarchy1"/>
    <dgm:cxn modelId="{56B93DFA-9120-430C-8252-61B529FD80DF}" type="presParOf" srcId="{579246B9-387C-49C8-8630-B553CA9A3AF8}" destId="{D7A0FEE4-67C3-45F1-8088-72DD4F028493}" srcOrd="1" destOrd="0" presId="urn:microsoft.com/office/officeart/2005/8/layout/hierarchy1"/>
    <dgm:cxn modelId="{F5E8EB57-DB15-467E-B70A-C2D6461C4477}" type="presParOf" srcId="{D7A0FEE4-67C3-45F1-8088-72DD4F028493}" destId="{65074903-365E-4541-8355-51A7CCB422D7}" srcOrd="0" destOrd="0" presId="urn:microsoft.com/office/officeart/2005/8/layout/hierarchy1"/>
    <dgm:cxn modelId="{CA8E9B79-99D7-41F1-ACC3-CCC3D105EE97}" type="presParOf" srcId="{65074903-365E-4541-8355-51A7CCB422D7}" destId="{FFEB71AA-C991-4109-A503-7216A9EFFAF4}" srcOrd="0" destOrd="0" presId="urn:microsoft.com/office/officeart/2005/8/layout/hierarchy1"/>
    <dgm:cxn modelId="{71BD562E-F41C-4930-BD37-25E2C40EDE92}" type="presParOf" srcId="{65074903-365E-4541-8355-51A7CCB422D7}" destId="{FDCFD61F-1607-43D3-98DE-53DE05F1C4E4}" srcOrd="1" destOrd="0" presId="urn:microsoft.com/office/officeart/2005/8/layout/hierarchy1"/>
    <dgm:cxn modelId="{534A4539-522F-478D-BC96-878B23788F1A}" type="presParOf" srcId="{D7A0FEE4-67C3-45F1-8088-72DD4F028493}" destId="{EB067083-9F88-424A-9F47-6A0F2E890519}" srcOrd="1" destOrd="0" presId="urn:microsoft.com/office/officeart/2005/8/layout/hierarchy1"/>
    <dgm:cxn modelId="{D59652FF-144E-4361-B1C8-5F8256A78EDE}" type="presParOf" srcId="{579246B9-387C-49C8-8630-B553CA9A3AF8}" destId="{4C398514-5DB0-44AA-ADA2-789DD3171AA1}" srcOrd="2" destOrd="0" presId="urn:microsoft.com/office/officeart/2005/8/layout/hierarchy1"/>
    <dgm:cxn modelId="{B7E101ED-E82D-4762-8777-16B8FC731798}" type="presParOf" srcId="{4C398514-5DB0-44AA-ADA2-789DD3171AA1}" destId="{933E1A27-8C2B-4F64-A178-A375BB30CCD1}" srcOrd="0" destOrd="0" presId="urn:microsoft.com/office/officeart/2005/8/layout/hierarchy1"/>
    <dgm:cxn modelId="{5FA6776B-40FF-4C39-A9AC-5017FDD7DB7E}" type="presParOf" srcId="{933E1A27-8C2B-4F64-A178-A375BB30CCD1}" destId="{4EF4C893-3C58-439D-9600-57348975FACA}" srcOrd="0" destOrd="0" presId="urn:microsoft.com/office/officeart/2005/8/layout/hierarchy1"/>
    <dgm:cxn modelId="{4562715A-E24D-4E5A-AC50-06A3518EEE8C}" type="presParOf" srcId="{933E1A27-8C2B-4F64-A178-A375BB30CCD1}" destId="{3E17391E-BA25-4B5E-80DC-A12A7D1F45BF}" srcOrd="1" destOrd="0" presId="urn:microsoft.com/office/officeart/2005/8/layout/hierarchy1"/>
    <dgm:cxn modelId="{DE9D34C4-0964-496E-B120-0AFDED766A30}" type="presParOf" srcId="{4C398514-5DB0-44AA-ADA2-789DD3171AA1}" destId="{C5E6C35F-69D6-4453-8F78-4C20E275F35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92074B7-12FC-47BE-84C6-001EE03FB50F}" type="doc">
      <dgm:prSet loTypeId="urn:microsoft.com/office/officeart/2018/5/layout/IconCircleLabel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5D3A199F-A00C-4754-83EC-24607F96D473}">
      <dgm:prSet/>
      <dgm:spPr/>
      <dgm:t>
        <a:bodyPr/>
        <a:lstStyle/>
        <a:p>
          <a:pPr>
            <a:defRPr cap="all"/>
          </a:pPr>
          <a:r>
            <a:rPr lang="en-US"/>
            <a:t>OPERATIONAL IMPACT</a:t>
          </a:r>
        </a:p>
      </dgm:t>
    </dgm:pt>
    <dgm:pt modelId="{FDA9275A-B556-4C35-8C7A-21908F038145}" type="parTrans" cxnId="{75DCA57D-6BD2-4709-BBE6-108B90726AF4}">
      <dgm:prSet/>
      <dgm:spPr/>
      <dgm:t>
        <a:bodyPr/>
        <a:lstStyle/>
        <a:p>
          <a:endParaRPr lang="en-US"/>
        </a:p>
      </dgm:t>
    </dgm:pt>
    <dgm:pt modelId="{0DEA3CBF-A435-40F8-9E4B-FA995677CEED}" type="sibTrans" cxnId="{75DCA57D-6BD2-4709-BBE6-108B90726AF4}">
      <dgm:prSet/>
      <dgm:spPr/>
      <dgm:t>
        <a:bodyPr/>
        <a:lstStyle/>
        <a:p>
          <a:endParaRPr lang="en-US"/>
        </a:p>
      </dgm:t>
    </dgm:pt>
    <dgm:pt modelId="{15D006D6-DC14-4C94-B681-4287AC09B99D}">
      <dgm:prSet/>
      <dgm:spPr/>
      <dgm:t>
        <a:bodyPr/>
        <a:lstStyle/>
        <a:p>
          <a:pPr>
            <a:defRPr cap="all"/>
          </a:pPr>
          <a:r>
            <a:rPr lang="en-US"/>
            <a:t>FINANCIAL IMPACT</a:t>
          </a:r>
        </a:p>
      </dgm:t>
    </dgm:pt>
    <dgm:pt modelId="{8C51E25A-BBF2-4E56-946B-F67963062198}" type="parTrans" cxnId="{D6E652A0-911B-4877-B6B9-A1CCB528D422}">
      <dgm:prSet/>
      <dgm:spPr/>
      <dgm:t>
        <a:bodyPr/>
        <a:lstStyle/>
        <a:p>
          <a:endParaRPr lang="en-US"/>
        </a:p>
      </dgm:t>
    </dgm:pt>
    <dgm:pt modelId="{37221561-378A-4377-B79F-CFD8D7C192CD}" type="sibTrans" cxnId="{D6E652A0-911B-4877-B6B9-A1CCB528D422}">
      <dgm:prSet/>
      <dgm:spPr/>
      <dgm:t>
        <a:bodyPr/>
        <a:lstStyle/>
        <a:p>
          <a:endParaRPr lang="en-US"/>
        </a:p>
      </dgm:t>
    </dgm:pt>
    <dgm:pt modelId="{F796059F-F864-4F7D-82F2-E78E1A173C0D}">
      <dgm:prSet/>
      <dgm:spPr/>
      <dgm:t>
        <a:bodyPr/>
        <a:lstStyle/>
        <a:p>
          <a:pPr>
            <a:defRPr cap="all"/>
          </a:pPr>
          <a:r>
            <a:rPr lang="en-US"/>
            <a:t>STRATERGIC IMPACT</a:t>
          </a:r>
        </a:p>
      </dgm:t>
    </dgm:pt>
    <dgm:pt modelId="{1E33011D-6D62-4659-8D83-9F44D6CD537D}" type="parTrans" cxnId="{95E65036-CBD7-4097-AAC6-5EB8CA6D8356}">
      <dgm:prSet/>
      <dgm:spPr/>
      <dgm:t>
        <a:bodyPr/>
        <a:lstStyle/>
        <a:p>
          <a:endParaRPr lang="en-US"/>
        </a:p>
      </dgm:t>
    </dgm:pt>
    <dgm:pt modelId="{5E6BBEC8-D787-4BD7-8184-DFC26EB7C6A1}" type="sibTrans" cxnId="{95E65036-CBD7-4097-AAC6-5EB8CA6D8356}">
      <dgm:prSet/>
      <dgm:spPr/>
      <dgm:t>
        <a:bodyPr/>
        <a:lstStyle/>
        <a:p>
          <a:endParaRPr lang="en-US"/>
        </a:p>
      </dgm:t>
    </dgm:pt>
    <dgm:pt modelId="{8D4B05EB-0E53-43E3-BD3C-E701EAE46692}" type="pres">
      <dgm:prSet presAssocID="{F92074B7-12FC-47BE-84C6-001EE03FB50F}" presName="root" presStyleCnt="0">
        <dgm:presLayoutVars>
          <dgm:dir/>
          <dgm:resizeHandles val="exact"/>
        </dgm:presLayoutVars>
      </dgm:prSet>
      <dgm:spPr/>
    </dgm:pt>
    <dgm:pt modelId="{AAAC9D14-5C10-43B7-8FF2-B3F5A8A54CE8}" type="pres">
      <dgm:prSet presAssocID="{5D3A199F-A00C-4754-83EC-24607F96D473}" presName="compNode" presStyleCnt="0"/>
      <dgm:spPr/>
    </dgm:pt>
    <dgm:pt modelId="{AC912FF6-A62E-4B82-BC57-37298BFDFEFA}" type="pres">
      <dgm:prSet presAssocID="{5D3A199F-A00C-4754-83EC-24607F96D473}" presName="iconBgRect" presStyleLbl="bgShp" presStyleIdx="0" presStyleCnt="3"/>
      <dgm:spPr/>
    </dgm:pt>
    <dgm:pt modelId="{402D043F-EAF6-405C-AE9B-C1342020E8CC}" type="pres">
      <dgm:prSet presAssocID="{5D3A199F-A00C-4754-83EC-24607F96D47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Secure"/>
        </a:ext>
      </dgm:extLst>
    </dgm:pt>
    <dgm:pt modelId="{54065D62-F7FA-4A2F-BB6E-C9113054C0DE}" type="pres">
      <dgm:prSet presAssocID="{5D3A199F-A00C-4754-83EC-24607F96D473}" presName="spaceRect" presStyleCnt="0"/>
      <dgm:spPr/>
    </dgm:pt>
    <dgm:pt modelId="{31CF108A-CC69-49A1-B834-B270BC4DB3E8}" type="pres">
      <dgm:prSet presAssocID="{5D3A199F-A00C-4754-83EC-24607F96D473}" presName="textRect" presStyleLbl="revTx" presStyleIdx="0" presStyleCnt="3">
        <dgm:presLayoutVars>
          <dgm:chMax val="1"/>
          <dgm:chPref val="1"/>
        </dgm:presLayoutVars>
      </dgm:prSet>
      <dgm:spPr/>
    </dgm:pt>
    <dgm:pt modelId="{80B6DE68-D75B-4A26-B1DB-1C0044CDEC27}" type="pres">
      <dgm:prSet presAssocID="{0DEA3CBF-A435-40F8-9E4B-FA995677CEED}" presName="sibTrans" presStyleCnt="0"/>
      <dgm:spPr/>
    </dgm:pt>
    <dgm:pt modelId="{1B98B816-1BC0-437A-83CE-DBC9041BD262}" type="pres">
      <dgm:prSet presAssocID="{15D006D6-DC14-4C94-B681-4287AC09B99D}" presName="compNode" presStyleCnt="0"/>
      <dgm:spPr/>
    </dgm:pt>
    <dgm:pt modelId="{FDB821A6-941C-43CD-96D1-0F388A21C8D8}" type="pres">
      <dgm:prSet presAssocID="{15D006D6-DC14-4C94-B681-4287AC09B99D}" presName="iconBgRect" presStyleLbl="bgShp" presStyleIdx="1" presStyleCnt="3"/>
      <dgm:spPr/>
    </dgm:pt>
    <dgm:pt modelId="{AA51721E-EDEF-4207-B15E-807AEE9F7FB8}" type="pres">
      <dgm:prSet presAssocID="{15D006D6-DC14-4C94-B681-4287AC09B99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nancial"/>
        </a:ext>
      </dgm:extLst>
    </dgm:pt>
    <dgm:pt modelId="{535AA6B4-3F35-4711-98A6-E657EAA10987}" type="pres">
      <dgm:prSet presAssocID="{15D006D6-DC14-4C94-B681-4287AC09B99D}" presName="spaceRect" presStyleCnt="0"/>
      <dgm:spPr/>
    </dgm:pt>
    <dgm:pt modelId="{B312CAE8-B676-4BC6-BBE3-42C8705E2589}" type="pres">
      <dgm:prSet presAssocID="{15D006D6-DC14-4C94-B681-4287AC09B99D}" presName="textRect" presStyleLbl="revTx" presStyleIdx="1" presStyleCnt="3">
        <dgm:presLayoutVars>
          <dgm:chMax val="1"/>
          <dgm:chPref val="1"/>
        </dgm:presLayoutVars>
      </dgm:prSet>
      <dgm:spPr/>
    </dgm:pt>
    <dgm:pt modelId="{1B4855E3-54C8-4A9A-BDC7-9634223FBCDE}" type="pres">
      <dgm:prSet presAssocID="{37221561-378A-4377-B79F-CFD8D7C192CD}" presName="sibTrans" presStyleCnt="0"/>
      <dgm:spPr/>
    </dgm:pt>
    <dgm:pt modelId="{B4504BBA-AA4E-432B-99E2-7B27FAC8E9CA}" type="pres">
      <dgm:prSet presAssocID="{F796059F-F864-4F7D-82F2-E78E1A173C0D}" presName="compNode" presStyleCnt="0"/>
      <dgm:spPr/>
    </dgm:pt>
    <dgm:pt modelId="{28A0D898-DA4B-4B0A-9DB3-423FFED61B5D}" type="pres">
      <dgm:prSet presAssocID="{F796059F-F864-4F7D-82F2-E78E1A173C0D}" presName="iconBgRect" presStyleLbl="bgShp" presStyleIdx="2" presStyleCnt="3"/>
      <dgm:spPr/>
    </dgm:pt>
    <dgm:pt modelId="{32DAC7AF-29C6-4F97-BEEE-72855822537E}" type="pres">
      <dgm:prSet presAssocID="{F796059F-F864-4F7D-82F2-E78E1A173C0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story"/>
        </a:ext>
      </dgm:extLst>
    </dgm:pt>
    <dgm:pt modelId="{1AF3F6AC-D8E6-4E84-B139-91863EEA9FE5}" type="pres">
      <dgm:prSet presAssocID="{F796059F-F864-4F7D-82F2-E78E1A173C0D}" presName="spaceRect" presStyleCnt="0"/>
      <dgm:spPr/>
    </dgm:pt>
    <dgm:pt modelId="{9040B77D-B58B-4366-8092-141502F5C666}" type="pres">
      <dgm:prSet presAssocID="{F796059F-F864-4F7D-82F2-E78E1A173C0D}" presName="textRect" presStyleLbl="revTx" presStyleIdx="2" presStyleCnt="3">
        <dgm:presLayoutVars>
          <dgm:chMax val="1"/>
          <dgm:chPref val="1"/>
        </dgm:presLayoutVars>
      </dgm:prSet>
      <dgm:spPr/>
    </dgm:pt>
  </dgm:ptLst>
  <dgm:cxnLst>
    <dgm:cxn modelId="{0BEE400F-30A3-4AA6-AA38-2C4753F4C6C6}" type="presOf" srcId="{F92074B7-12FC-47BE-84C6-001EE03FB50F}" destId="{8D4B05EB-0E53-43E3-BD3C-E701EAE46692}" srcOrd="0" destOrd="0" presId="urn:microsoft.com/office/officeart/2018/5/layout/IconCircleLabelList"/>
    <dgm:cxn modelId="{3DF93C14-FEE3-41A7-9885-EF6DE91CA58B}" type="presOf" srcId="{F796059F-F864-4F7D-82F2-E78E1A173C0D}" destId="{9040B77D-B58B-4366-8092-141502F5C666}" srcOrd="0" destOrd="0" presId="urn:microsoft.com/office/officeart/2018/5/layout/IconCircleLabelList"/>
    <dgm:cxn modelId="{8235C115-9215-4945-A7DF-01FD8BC4A4A9}" type="presOf" srcId="{5D3A199F-A00C-4754-83EC-24607F96D473}" destId="{31CF108A-CC69-49A1-B834-B270BC4DB3E8}" srcOrd="0" destOrd="0" presId="urn:microsoft.com/office/officeart/2018/5/layout/IconCircleLabelList"/>
    <dgm:cxn modelId="{B9509A24-96A0-45FB-B60C-D56E667B2149}" type="presOf" srcId="{15D006D6-DC14-4C94-B681-4287AC09B99D}" destId="{B312CAE8-B676-4BC6-BBE3-42C8705E2589}" srcOrd="0" destOrd="0" presId="urn:microsoft.com/office/officeart/2018/5/layout/IconCircleLabelList"/>
    <dgm:cxn modelId="{95E65036-CBD7-4097-AAC6-5EB8CA6D8356}" srcId="{F92074B7-12FC-47BE-84C6-001EE03FB50F}" destId="{F796059F-F864-4F7D-82F2-E78E1A173C0D}" srcOrd="2" destOrd="0" parTransId="{1E33011D-6D62-4659-8D83-9F44D6CD537D}" sibTransId="{5E6BBEC8-D787-4BD7-8184-DFC26EB7C6A1}"/>
    <dgm:cxn modelId="{75DCA57D-6BD2-4709-BBE6-108B90726AF4}" srcId="{F92074B7-12FC-47BE-84C6-001EE03FB50F}" destId="{5D3A199F-A00C-4754-83EC-24607F96D473}" srcOrd="0" destOrd="0" parTransId="{FDA9275A-B556-4C35-8C7A-21908F038145}" sibTransId="{0DEA3CBF-A435-40F8-9E4B-FA995677CEED}"/>
    <dgm:cxn modelId="{D6E652A0-911B-4877-B6B9-A1CCB528D422}" srcId="{F92074B7-12FC-47BE-84C6-001EE03FB50F}" destId="{15D006D6-DC14-4C94-B681-4287AC09B99D}" srcOrd="1" destOrd="0" parTransId="{8C51E25A-BBF2-4E56-946B-F67963062198}" sibTransId="{37221561-378A-4377-B79F-CFD8D7C192CD}"/>
    <dgm:cxn modelId="{DD076639-056B-45D0-848D-0E7C498E05FD}" type="presParOf" srcId="{8D4B05EB-0E53-43E3-BD3C-E701EAE46692}" destId="{AAAC9D14-5C10-43B7-8FF2-B3F5A8A54CE8}" srcOrd="0" destOrd="0" presId="urn:microsoft.com/office/officeart/2018/5/layout/IconCircleLabelList"/>
    <dgm:cxn modelId="{961007BA-0298-4607-8940-B243D6AE5D78}" type="presParOf" srcId="{AAAC9D14-5C10-43B7-8FF2-B3F5A8A54CE8}" destId="{AC912FF6-A62E-4B82-BC57-37298BFDFEFA}" srcOrd="0" destOrd="0" presId="urn:microsoft.com/office/officeart/2018/5/layout/IconCircleLabelList"/>
    <dgm:cxn modelId="{A5A31B29-2443-494F-9DE0-D3C51D8101F4}" type="presParOf" srcId="{AAAC9D14-5C10-43B7-8FF2-B3F5A8A54CE8}" destId="{402D043F-EAF6-405C-AE9B-C1342020E8CC}" srcOrd="1" destOrd="0" presId="urn:microsoft.com/office/officeart/2018/5/layout/IconCircleLabelList"/>
    <dgm:cxn modelId="{33EF1696-DD30-48D9-A6F3-8A10A1537908}" type="presParOf" srcId="{AAAC9D14-5C10-43B7-8FF2-B3F5A8A54CE8}" destId="{54065D62-F7FA-4A2F-BB6E-C9113054C0DE}" srcOrd="2" destOrd="0" presId="urn:microsoft.com/office/officeart/2018/5/layout/IconCircleLabelList"/>
    <dgm:cxn modelId="{A6F4E9A2-9C4A-4FB6-86DF-5B28CB16B4A1}" type="presParOf" srcId="{AAAC9D14-5C10-43B7-8FF2-B3F5A8A54CE8}" destId="{31CF108A-CC69-49A1-B834-B270BC4DB3E8}" srcOrd="3" destOrd="0" presId="urn:microsoft.com/office/officeart/2018/5/layout/IconCircleLabelList"/>
    <dgm:cxn modelId="{E00EFFEE-CE56-49C0-9F37-DDA7E394B0B5}" type="presParOf" srcId="{8D4B05EB-0E53-43E3-BD3C-E701EAE46692}" destId="{80B6DE68-D75B-4A26-B1DB-1C0044CDEC27}" srcOrd="1" destOrd="0" presId="urn:microsoft.com/office/officeart/2018/5/layout/IconCircleLabelList"/>
    <dgm:cxn modelId="{F05AF9A0-7C87-4701-8D4A-0F9CAD65B30F}" type="presParOf" srcId="{8D4B05EB-0E53-43E3-BD3C-E701EAE46692}" destId="{1B98B816-1BC0-437A-83CE-DBC9041BD262}" srcOrd="2" destOrd="0" presId="urn:microsoft.com/office/officeart/2018/5/layout/IconCircleLabelList"/>
    <dgm:cxn modelId="{E888A4B4-D4F0-4B6F-9911-29728EA00C67}" type="presParOf" srcId="{1B98B816-1BC0-437A-83CE-DBC9041BD262}" destId="{FDB821A6-941C-43CD-96D1-0F388A21C8D8}" srcOrd="0" destOrd="0" presId="urn:microsoft.com/office/officeart/2018/5/layout/IconCircleLabelList"/>
    <dgm:cxn modelId="{C49D943B-955F-4DC9-8097-745AEE1D99FF}" type="presParOf" srcId="{1B98B816-1BC0-437A-83CE-DBC9041BD262}" destId="{AA51721E-EDEF-4207-B15E-807AEE9F7FB8}" srcOrd="1" destOrd="0" presId="urn:microsoft.com/office/officeart/2018/5/layout/IconCircleLabelList"/>
    <dgm:cxn modelId="{6C4E9462-12A1-4FFD-9243-1B21CBDBFBF9}" type="presParOf" srcId="{1B98B816-1BC0-437A-83CE-DBC9041BD262}" destId="{535AA6B4-3F35-4711-98A6-E657EAA10987}" srcOrd="2" destOrd="0" presId="urn:microsoft.com/office/officeart/2018/5/layout/IconCircleLabelList"/>
    <dgm:cxn modelId="{4CD69D2D-D807-426E-9EB0-AF34D66F1BF7}" type="presParOf" srcId="{1B98B816-1BC0-437A-83CE-DBC9041BD262}" destId="{B312CAE8-B676-4BC6-BBE3-42C8705E2589}" srcOrd="3" destOrd="0" presId="urn:microsoft.com/office/officeart/2018/5/layout/IconCircleLabelList"/>
    <dgm:cxn modelId="{1992E7CD-DD9E-4435-9C99-27288F103BA0}" type="presParOf" srcId="{8D4B05EB-0E53-43E3-BD3C-E701EAE46692}" destId="{1B4855E3-54C8-4A9A-BDC7-9634223FBCDE}" srcOrd="3" destOrd="0" presId="urn:microsoft.com/office/officeart/2018/5/layout/IconCircleLabelList"/>
    <dgm:cxn modelId="{353D4ED8-B32E-4F9B-8178-0C3257CE17E0}" type="presParOf" srcId="{8D4B05EB-0E53-43E3-BD3C-E701EAE46692}" destId="{B4504BBA-AA4E-432B-99E2-7B27FAC8E9CA}" srcOrd="4" destOrd="0" presId="urn:microsoft.com/office/officeart/2018/5/layout/IconCircleLabelList"/>
    <dgm:cxn modelId="{6F676501-C9C1-47A6-8F6E-F1E82E6ECC92}" type="presParOf" srcId="{B4504BBA-AA4E-432B-99E2-7B27FAC8E9CA}" destId="{28A0D898-DA4B-4B0A-9DB3-423FFED61B5D}" srcOrd="0" destOrd="0" presId="urn:microsoft.com/office/officeart/2018/5/layout/IconCircleLabelList"/>
    <dgm:cxn modelId="{DA656DAD-2B95-4B50-9E58-F9249AB8B36A}" type="presParOf" srcId="{B4504BBA-AA4E-432B-99E2-7B27FAC8E9CA}" destId="{32DAC7AF-29C6-4F97-BEEE-72855822537E}" srcOrd="1" destOrd="0" presId="urn:microsoft.com/office/officeart/2018/5/layout/IconCircleLabelList"/>
    <dgm:cxn modelId="{27A819E2-7DF5-4A8A-B514-4C34A609418E}" type="presParOf" srcId="{B4504BBA-AA4E-432B-99E2-7B27FAC8E9CA}" destId="{1AF3F6AC-D8E6-4E84-B139-91863EEA9FE5}" srcOrd="2" destOrd="0" presId="urn:microsoft.com/office/officeart/2018/5/layout/IconCircleLabelList"/>
    <dgm:cxn modelId="{957764FD-3B0E-4272-827F-DFF223455794}" type="presParOf" srcId="{B4504BBA-AA4E-432B-99E2-7B27FAC8E9CA}" destId="{9040B77D-B58B-4366-8092-141502F5C66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D5A8AEB-8D87-4A8D-9D7C-86157F0E52C5}"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FB9E452-BDBE-4D79-A8AA-BECEB0759D00}">
      <dgm:prSet/>
      <dgm:spPr/>
      <dgm:t>
        <a:bodyPr/>
        <a:lstStyle/>
        <a:p>
          <a:pPr>
            <a:lnSpc>
              <a:spcPct val="100000"/>
            </a:lnSpc>
          </a:pPr>
          <a:r>
            <a:rPr lang="en-US" dirty="0"/>
            <a:t>integration timeline</a:t>
          </a:r>
        </a:p>
      </dgm:t>
    </dgm:pt>
    <dgm:pt modelId="{B6B8941A-CDEA-44AD-B540-898C3C7C3BE1}" type="parTrans" cxnId="{4227A449-AF13-4AE7-A4A3-3E127628E4B7}">
      <dgm:prSet/>
      <dgm:spPr/>
      <dgm:t>
        <a:bodyPr/>
        <a:lstStyle/>
        <a:p>
          <a:endParaRPr lang="en-US"/>
        </a:p>
      </dgm:t>
    </dgm:pt>
    <dgm:pt modelId="{0D5F2F86-C012-42F5-8EDF-56A3CFB47D87}" type="sibTrans" cxnId="{4227A449-AF13-4AE7-A4A3-3E127628E4B7}">
      <dgm:prSet/>
      <dgm:spPr/>
      <dgm:t>
        <a:bodyPr/>
        <a:lstStyle/>
        <a:p>
          <a:pPr>
            <a:lnSpc>
              <a:spcPct val="100000"/>
            </a:lnSpc>
          </a:pPr>
          <a:endParaRPr lang="en-US"/>
        </a:p>
      </dgm:t>
    </dgm:pt>
    <dgm:pt modelId="{72B110CE-1242-424B-9492-FABB9E0F46DC}">
      <dgm:prSet/>
      <dgm:spPr/>
      <dgm:t>
        <a:bodyPr/>
        <a:lstStyle/>
        <a:p>
          <a:pPr>
            <a:lnSpc>
              <a:spcPct val="100000"/>
            </a:lnSpc>
          </a:pPr>
          <a:r>
            <a:rPr lang="en-US"/>
            <a:t>Finalize feature engineering and model validation. </a:t>
          </a:r>
        </a:p>
      </dgm:t>
    </dgm:pt>
    <dgm:pt modelId="{56612EF3-7BB7-4EBA-8703-FCA2F679EBAE}" type="parTrans" cxnId="{4F3BC265-0909-407D-80C4-2A6A246EFFFE}">
      <dgm:prSet/>
      <dgm:spPr/>
      <dgm:t>
        <a:bodyPr/>
        <a:lstStyle/>
        <a:p>
          <a:endParaRPr lang="en-US"/>
        </a:p>
      </dgm:t>
    </dgm:pt>
    <dgm:pt modelId="{F9E1D4CB-7DC9-47F9-8BEA-E69F77DCF529}" type="sibTrans" cxnId="{4F3BC265-0909-407D-80C4-2A6A246EFFFE}">
      <dgm:prSet/>
      <dgm:spPr/>
      <dgm:t>
        <a:bodyPr/>
        <a:lstStyle/>
        <a:p>
          <a:pPr>
            <a:lnSpc>
              <a:spcPct val="100000"/>
            </a:lnSpc>
          </a:pPr>
          <a:endParaRPr lang="en-US"/>
        </a:p>
      </dgm:t>
    </dgm:pt>
    <dgm:pt modelId="{2C0B7D25-C0F7-4B68-8A2C-6BCB4221A748}">
      <dgm:prSet/>
      <dgm:spPr/>
      <dgm:t>
        <a:bodyPr/>
        <a:lstStyle/>
        <a:p>
          <a:pPr>
            <a:lnSpc>
              <a:spcPct val="100000"/>
            </a:lnSpc>
          </a:pPr>
          <a:r>
            <a:rPr lang="en-US"/>
            <a:t>Deploy pilot fraud detection model within claims system. </a:t>
          </a:r>
        </a:p>
      </dgm:t>
    </dgm:pt>
    <dgm:pt modelId="{ED967E4B-97EC-444D-96D2-CC40ABEEC58B}" type="parTrans" cxnId="{2BBC1105-8DC0-431D-954F-A80CD0768AD0}">
      <dgm:prSet/>
      <dgm:spPr/>
      <dgm:t>
        <a:bodyPr/>
        <a:lstStyle/>
        <a:p>
          <a:endParaRPr lang="en-US"/>
        </a:p>
      </dgm:t>
    </dgm:pt>
    <dgm:pt modelId="{42CB8480-1278-4D0B-8A09-45F7EF418DEF}" type="sibTrans" cxnId="{2BBC1105-8DC0-431D-954F-A80CD0768AD0}">
      <dgm:prSet/>
      <dgm:spPr/>
      <dgm:t>
        <a:bodyPr/>
        <a:lstStyle/>
        <a:p>
          <a:pPr>
            <a:lnSpc>
              <a:spcPct val="100000"/>
            </a:lnSpc>
          </a:pPr>
          <a:endParaRPr lang="en-US"/>
        </a:p>
      </dgm:t>
    </dgm:pt>
    <dgm:pt modelId="{B546642D-3911-4762-A4F5-2D777059533D}">
      <dgm:prSet/>
      <dgm:spPr/>
      <dgm:t>
        <a:bodyPr/>
        <a:lstStyle/>
        <a:p>
          <a:pPr>
            <a:lnSpc>
              <a:spcPct val="100000"/>
            </a:lnSpc>
          </a:pPr>
          <a:r>
            <a:rPr lang="en-US"/>
            <a:t>Monitor KPIs (fraud reduction %, processing time, false positives.</a:t>
          </a:r>
        </a:p>
      </dgm:t>
    </dgm:pt>
    <dgm:pt modelId="{05DEF6EB-6F8F-4CA6-A61A-23094FF906AE}" type="parTrans" cxnId="{C358BF44-DB4C-43D0-A447-63DE554CB4DA}">
      <dgm:prSet/>
      <dgm:spPr/>
      <dgm:t>
        <a:bodyPr/>
        <a:lstStyle/>
        <a:p>
          <a:endParaRPr lang="en-US"/>
        </a:p>
      </dgm:t>
    </dgm:pt>
    <dgm:pt modelId="{591D8E67-58E8-483E-880C-F27F58554849}" type="sibTrans" cxnId="{C358BF44-DB4C-43D0-A447-63DE554CB4DA}">
      <dgm:prSet/>
      <dgm:spPr/>
      <dgm:t>
        <a:bodyPr/>
        <a:lstStyle/>
        <a:p>
          <a:pPr>
            <a:lnSpc>
              <a:spcPct val="100000"/>
            </a:lnSpc>
          </a:pPr>
          <a:endParaRPr lang="en-US"/>
        </a:p>
      </dgm:t>
    </dgm:pt>
    <dgm:pt modelId="{0A4C52D0-2424-42D7-B2F1-2E105449CC23}">
      <dgm:prSet/>
      <dgm:spPr/>
      <dgm:t>
        <a:bodyPr/>
        <a:lstStyle/>
        <a:p>
          <a:pPr>
            <a:lnSpc>
              <a:spcPct val="100000"/>
            </a:lnSpc>
          </a:pPr>
          <a:r>
            <a:rPr lang="en-US"/>
            <a:t>Train staff and monitor key performance metrics such as fraud reduction percentage and false positive rate.</a:t>
          </a:r>
        </a:p>
      </dgm:t>
    </dgm:pt>
    <dgm:pt modelId="{C0A95C15-C0AD-4C89-9AD4-20FE6B9D75C4}" type="parTrans" cxnId="{79639711-3E65-4B1C-9D4E-8ADB2C8D667C}">
      <dgm:prSet/>
      <dgm:spPr/>
      <dgm:t>
        <a:bodyPr/>
        <a:lstStyle/>
        <a:p>
          <a:endParaRPr lang="en-US"/>
        </a:p>
      </dgm:t>
    </dgm:pt>
    <dgm:pt modelId="{5AD2906E-61F5-4AC3-A284-1A9008F5F5E5}" type="sibTrans" cxnId="{79639711-3E65-4B1C-9D4E-8ADB2C8D667C}">
      <dgm:prSet/>
      <dgm:spPr/>
      <dgm:t>
        <a:bodyPr/>
        <a:lstStyle/>
        <a:p>
          <a:pPr>
            <a:lnSpc>
              <a:spcPct val="100000"/>
            </a:lnSpc>
          </a:pPr>
          <a:endParaRPr lang="en-US"/>
        </a:p>
      </dgm:t>
    </dgm:pt>
    <dgm:pt modelId="{BAA5A3BE-44F9-417F-AA6E-5F8B697469D1}">
      <dgm:prSet/>
      <dgm:spPr/>
      <dgm:t>
        <a:bodyPr/>
        <a:lstStyle/>
        <a:p>
          <a:pPr>
            <a:lnSpc>
              <a:spcPct val="100000"/>
            </a:lnSpc>
          </a:pPr>
          <a:r>
            <a:rPr lang="en-US"/>
            <a:t>Continuous model improvement using new claim data.</a:t>
          </a:r>
        </a:p>
      </dgm:t>
    </dgm:pt>
    <dgm:pt modelId="{7B9EBA3A-3995-4302-A333-622643A69FAD}" type="parTrans" cxnId="{34B2B4D5-075D-47C7-9A8C-D7A7ADE843A6}">
      <dgm:prSet/>
      <dgm:spPr/>
      <dgm:t>
        <a:bodyPr/>
        <a:lstStyle/>
        <a:p>
          <a:endParaRPr lang="en-US"/>
        </a:p>
      </dgm:t>
    </dgm:pt>
    <dgm:pt modelId="{AD221DFA-5564-4EAF-A2B9-EC03204DF212}" type="sibTrans" cxnId="{34B2B4D5-075D-47C7-9A8C-D7A7ADE843A6}">
      <dgm:prSet/>
      <dgm:spPr/>
      <dgm:t>
        <a:bodyPr/>
        <a:lstStyle/>
        <a:p>
          <a:endParaRPr lang="en-US"/>
        </a:p>
      </dgm:t>
    </dgm:pt>
    <dgm:pt modelId="{94479406-F1E5-4AD0-9954-E98BFECD8BA9}" type="pres">
      <dgm:prSet presAssocID="{2D5A8AEB-8D87-4A8D-9D7C-86157F0E52C5}" presName="root" presStyleCnt="0">
        <dgm:presLayoutVars>
          <dgm:dir/>
          <dgm:resizeHandles val="exact"/>
        </dgm:presLayoutVars>
      </dgm:prSet>
      <dgm:spPr/>
    </dgm:pt>
    <dgm:pt modelId="{7CB96DBE-3DB8-45BF-8F42-A3D620EF0645}" type="pres">
      <dgm:prSet presAssocID="{2D5A8AEB-8D87-4A8D-9D7C-86157F0E52C5}" presName="container" presStyleCnt="0">
        <dgm:presLayoutVars>
          <dgm:dir/>
          <dgm:resizeHandles val="exact"/>
        </dgm:presLayoutVars>
      </dgm:prSet>
      <dgm:spPr/>
    </dgm:pt>
    <dgm:pt modelId="{836850CD-18E8-4E2E-80B9-8A2D70477680}" type="pres">
      <dgm:prSet presAssocID="{EFB9E452-BDBE-4D79-A8AA-BECEB0759D00}" presName="compNode" presStyleCnt="0"/>
      <dgm:spPr/>
    </dgm:pt>
    <dgm:pt modelId="{7976A710-F779-4A46-9CA6-A27FBAAD92B2}" type="pres">
      <dgm:prSet presAssocID="{EFB9E452-BDBE-4D79-A8AA-BECEB0759D00}" presName="iconBgRect" presStyleLbl="bgShp" presStyleIdx="0" presStyleCnt="6"/>
      <dgm:spPr/>
    </dgm:pt>
    <dgm:pt modelId="{9717B663-FB41-44E4-A542-C0B8D8BFE053}" type="pres">
      <dgm:prSet presAssocID="{EFB9E452-BDBE-4D79-A8AA-BECEB0759D0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702E5365-13A5-4606-92AE-A658264BDA93}" type="pres">
      <dgm:prSet presAssocID="{EFB9E452-BDBE-4D79-A8AA-BECEB0759D00}" presName="spaceRect" presStyleCnt="0"/>
      <dgm:spPr/>
    </dgm:pt>
    <dgm:pt modelId="{9525FCAC-C786-414C-9C1D-E5C5E42E9EED}" type="pres">
      <dgm:prSet presAssocID="{EFB9E452-BDBE-4D79-A8AA-BECEB0759D00}" presName="textRect" presStyleLbl="revTx" presStyleIdx="0" presStyleCnt="6">
        <dgm:presLayoutVars>
          <dgm:chMax val="1"/>
          <dgm:chPref val="1"/>
        </dgm:presLayoutVars>
      </dgm:prSet>
      <dgm:spPr/>
    </dgm:pt>
    <dgm:pt modelId="{22654D41-EDD9-478C-927E-72A38FD27882}" type="pres">
      <dgm:prSet presAssocID="{0D5F2F86-C012-42F5-8EDF-56A3CFB47D87}" presName="sibTrans" presStyleLbl="sibTrans2D1" presStyleIdx="0" presStyleCnt="0"/>
      <dgm:spPr/>
    </dgm:pt>
    <dgm:pt modelId="{617DFA80-52B2-4021-8CF4-E6BE6CA677C7}" type="pres">
      <dgm:prSet presAssocID="{72B110CE-1242-424B-9492-FABB9E0F46DC}" presName="compNode" presStyleCnt="0"/>
      <dgm:spPr/>
    </dgm:pt>
    <dgm:pt modelId="{9459D28F-3EE9-4E18-A9D5-A93F1384209D}" type="pres">
      <dgm:prSet presAssocID="{72B110CE-1242-424B-9492-FABB9E0F46DC}" presName="iconBgRect" presStyleLbl="bgShp" presStyleIdx="1" presStyleCnt="6"/>
      <dgm:spPr/>
    </dgm:pt>
    <dgm:pt modelId="{FADA3C63-9797-48E2-BD9E-B4E3C738A773}" type="pres">
      <dgm:prSet presAssocID="{72B110CE-1242-424B-9492-FABB9E0F46D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7811CBE0-D027-44AA-AF77-9DFCC03DC144}" type="pres">
      <dgm:prSet presAssocID="{72B110CE-1242-424B-9492-FABB9E0F46DC}" presName="spaceRect" presStyleCnt="0"/>
      <dgm:spPr/>
    </dgm:pt>
    <dgm:pt modelId="{3E961820-35D1-4F40-B7AA-AC5E81A921DD}" type="pres">
      <dgm:prSet presAssocID="{72B110CE-1242-424B-9492-FABB9E0F46DC}" presName="textRect" presStyleLbl="revTx" presStyleIdx="1" presStyleCnt="6">
        <dgm:presLayoutVars>
          <dgm:chMax val="1"/>
          <dgm:chPref val="1"/>
        </dgm:presLayoutVars>
      </dgm:prSet>
      <dgm:spPr/>
    </dgm:pt>
    <dgm:pt modelId="{B32FBBD8-0CE9-446F-98EC-CE5A13E51421}" type="pres">
      <dgm:prSet presAssocID="{F9E1D4CB-7DC9-47F9-8BEA-E69F77DCF529}" presName="sibTrans" presStyleLbl="sibTrans2D1" presStyleIdx="0" presStyleCnt="0"/>
      <dgm:spPr/>
    </dgm:pt>
    <dgm:pt modelId="{96D72FCC-1B00-4973-A2FE-D3653E4B29FD}" type="pres">
      <dgm:prSet presAssocID="{2C0B7D25-C0F7-4B68-8A2C-6BCB4221A748}" presName="compNode" presStyleCnt="0"/>
      <dgm:spPr/>
    </dgm:pt>
    <dgm:pt modelId="{D4C27D60-2D52-4008-A241-D608D0140F79}" type="pres">
      <dgm:prSet presAssocID="{2C0B7D25-C0F7-4B68-8A2C-6BCB4221A748}" presName="iconBgRect" presStyleLbl="bgShp" presStyleIdx="2" presStyleCnt="6"/>
      <dgm:spPr/>
    </dgm:pt>
    <dgm:pt modelId="{DD0CE089-46B1-45F1-8942-D90A00EADB0C}" type="pres">
      <dgm:prSet presAssocID="{2C0B7D25-C0F7-4B68-8A2C-6BCB4221A74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34BC5ABB-519F-468E-B6B9-DC86FCACE625}" type="pres">
      <dgm:prSet presAssocID="{2C0B7D25-C0F7-4B68-8A2C-6BCB4221A748}" presName="spaceRect" presStyleCnt="0"/>
      <dgm:spPr/>
    </dgm:pt>
    <dgm:pt modelId="{3B4FA905-312F-4FD9-AE29-E98F361133C4}" type="pres">
      <dgm:prSet presAssocID="{2C0B7D25-C0F7-4B68-8A2C-6BCB4221A748}" presName="textRect" presStyleLbl="revTx" presStyleIdx="2" presStyleCnt="6">
        <dgm:presLayoutVars>
          <dgm:chMax val="1"/>
          <dgm:chPref val="1"/>
        </dgm:presLayoutVars>
      </dgm:prSet>
      <dgm:spPr/>
    </dgm:pt>
    <dgm:pt modelId="{6EAB2B77-D51A-413A-9905-14273EC3CA35}" type="pres">
      <dgm:prSet presAssocID="{42CB8480-1278-4D0B-8A09-45F7EF418DEF}" presName="sibTrans" presStyleLbl="sibTrans2D1" presStyleIdx="0" presStyleCnt="0"/>
      <dgm:spPr/>
    </dgm:pt>
    <dgm:pt modelId="{A47791DE-43F7-4C7D-B1B3-8CD503158AF7}" type="pres">
      <dgm:prSet presAssocID="{B546642D-3911-4762-A4F5-2D777059533D}" presName="compNode" presStyleCnt="0"/>
      <dgm:spPr/>
    </dgm:pt>
    <dgm:pt modelId="{9E9B751E-859C-4578-8385-3B4B7FEF26ED}" type="pres">
      <dgm:prSet presAssocID="{B546642D-3911-4762-A4F5-2D777059533D}" presName="iconBgRect" presStyleLbl="bgShp" presStyleIdx="3" presStyleCnt="6"/>
      <dgm:spPr/>
    </dgm:pt>
    <dgm:pt modelId="{2D64AAAC-1EF9-4083-80F6-4BD3F802AB07}" type="pres">
      <dgm:prSet presAssocID="{B546642D-3911-4762-A4F5-2D777059533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E19F058E-201C-4D66-A459-26EE24A96C47}" type="pres">
      <dgm:prSet presAssocID="{B546642D-3911-4762-A4F5-2D777059533D}" presName="spaceRect" presStyleCnt="0"/>
      <dgm:spPr/>
    </dgm:pt>
    <dgm:pt modelId="{11E98EED-F7D2-487A-A5F0-E4A3D3DFF3D9}" type="pres">
      <dgm:prSet presAssocID="{B546642D-3911-4762-A4F5-2D777059533D}" presName="textRect" presStyleLbl="revTx" presStyleIdx="3" presStyleCnt="6">
        <dgm:presLayoutVars>
          <dgm:chMax val="1"/>
          <dgm:chPref val="1"/>
        </dgm:presLayoutVars>
      </dgm:prSet>
      <dgm:spPr/>
    </dgm:pt>
    <dgm:pt modelId="{47FE7D83-6A41-42BE-BE6A-C5740399AAC6}" type="pres">
      <dgm:prSet presAssocID="{591D8E67-58E8-483E-880C-F27F58554849}" presName="sibTrans" presStyleLbl="sibTrans2D1" presStyleIdx="0" presStyleCnt="0"/>
      <dgm:spPr/>
    </dgm:pt>
    <dgm:pt modelId="{24D50F13-F7A5-4F9E-94F3-43E62BAE67B4}" type="pres">
      <dgm:prSet presAssocID="{0A4C52D0-2424-42D7-B2F1-2E105449CC23}" presName="compNode" presStyleCnt="0"/>
      <dgm:spPr/>
    </dgm:pt>
    <dgm:pt modelId="{8060F813-6220-4FC9-AEBC-5B49E0EDD68E}" type="pres">
      <dgm:prSet presAssocID="{0A4C52D0-2424-42D7-B2F1-2E105449CC23}" presName="iconBgRect" presStyleLbl="bgShp" presStyleIdx="4" presStyleCnt="6"/>
      <dgm:spPr/>
    </dgm:pt>
    <dgm:pt modelId="{79101620-7A7B-4892-9C7C-E19A8EBBBF31}" type="pres">
      <dgm:prSet presAssocID="{0A4C52D0-2424-42D7-B2F1-2E105449CC2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rain"/>
        </a:ext>
      </dgm:extLst>
    </dgm:pt>
    <dgm:pt modelId="{352176C0-CD02-4DB2-B8C4-FB755EE59DB5}" type="pres">
      <dgm:prSet presAssocID="{0A4C52D0-2424-42D7-B2F1-2E105449CC23}" presName="spaceRect" presStyleCnt="0"/>
      <dgm:spPr/>
    </dgm:pt>
    <dgm:pt modelId="{9A86CF49-DE19-47B1-B3AA-A986109BF68D}" type="pres">
      <dgm:prSet presAssocID="{0A4C52D0-2424-42D7-B2F1-2E105449CC23}" presName="textRect" presStyleLbl="revTx" presStyleIdx="4" presStyleCnt="6">
        <dgm:presLayoutVars>
          <dgm:chMax val="1"/>
          <dgm:chPref val="1"/>
        </dgm:presLayoutVars>
      </dgm:prSet>
      <dgm:spPr/>
    </dgm:pt>
    <dgm:pt modelId="{89948DF3-36EC-498C-AC06-9EBAFA73ABA1}" type="pres">
      <dgm:prSet presAssocID="{5AD2906E-61F5-4AC3-A284-1A9008F5F5E5}" presName="sibTrans" presStyleLbl="sibTrans2D1" presStyleIdx="0" presStyleCnt="0"/>
      <dgm:spPr/>
    </dgm:pt>
    <dgm:pt modelId="{055FA52F-C59A-489A-A808-92FB65D48B98}" type="pres">
      <dgm:prSet presAssocID="{BAA5A3BE-44F9-417F-AA6E-5F8B697469D1}" presName="compNode" presStyleCnt="0"/>
      <dgm:spPr/>
    </dgm:pt>
    <dgm:pt modelId="{B5CB5965-58A8-492F-A42E-9331632C8D99}" type="pres">
      <dgm:prSet presAssocID="{BAA5A3BE-44F9-417F-AA6E-5F8B697469D1}" presName="iconBgRect" presStyleLbl="bgShp" presStyleIdx="5" presStyleCnt="6"/>
      <dgm:spPr/>
    </dgm:pt>
    <dgm:pt modelId="{75B6AA71-8C1A-4162-BEC0-7076A57B89C6}" type="pres">
      <dgm:prSet presAssocID="{BAA5A3BE-44F9-417F-AA6E-5F8B697469D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FD6A4944-3FEA-43F0-8C52-90C2DACA9915}" type="pres">
      <dgm:prSet presAssocID="{BAA5A3BE-44F9-417F-AA6E-5F8B697469D1}" presName="spaceRect" presStyleCnt="0"/>
      <dgm:spPr/>
    </dgm:pt>
    <dgm:pt modelId="{C8BB8130-BC51-426B-84F4-45B3058F9D8E}" type="pres">
      <dgm:prSet presAssocID="{BAA5A3BE-44F9-417F-AA6E-5F8B697469D1}" presName="textRect" presStyleLbl="revTx" presStyleIdx="5" presStyleCnt="6">
        <dgm:presLayoutVars>
          <dgm:chMax val="1"/>
          <dgm:chPref val="1"/>
        </dgm:presLayoutVars>
      </dgm:prSet>
      <dgm:spPr/>
    </dgm:pt>
  </dgm:ptLst>
  <dgm:cxnLst>
    <dgm:cxn modelId="{2BBC1105-8DC0-431D-954F-A80CD0768AD0}" srcId="{2D5A8AEB-8D87-4A8D-9D7C-86157F0E52C5}" destId="{2C0B7D25-C0F7-4B68-8A2C-6BCB4221A748}" srcOrd="2" destOrd="0" parTransId="{ED967E4B-97EC-444D-96D2-CC40ABEEC58B}" sibTransId="{42CB8480-1278-4D0B-8A09-45F7EF418DEF}"/>
    <dgm:cxn modelId="{79639711-3E65-4B1C-9D4E-8ADB2C8D667C}" srcId="{2D5A8AEB-8D87-4A8D-9D7C-86157F0E52C5}" destId="{0A4C52D0-2424-42D7-B2F1-2E105449CC23}" srcOrd="4" destOrd="0" parTransId="{C0A95C15-C0AD-4C89-9AD4-20FE6B9D75C4}" sibTransId="{5AD2906E-61F5-4AC3-A284-1A9008F5F5E5}"/>
    <dgm:cxn modelId="{93DE4E15-B81F-4068-9B42-3E2AAC969AFB}" type="presOf" srcId="{0A4C52D0-2424-42D7-B2F1-2E105449CC23}" destId="{9A86CF49-DE19-47B1-B3AA-A986109BF68D}" srcOrd="0" destOrd="0" presId="urn:microsoft.com/office/officeart/2018/2/layout/IconCircleList"/>
    <dgm:cxn modelId="{9AE6CD22-B494-4A0D-9475-16CBBA1CA7BA}" type="presOf" srcId="{72B110CE-1242-424B-9492-FABB9E0F46DC}" destId="{3E961820-35D1-4F40-B7AA-AC5E81A921DD}" srcOrd="0" destOrd="0" presId="urn:microsoft.com/office/officeart/2018/2/layout/IconCircleList"/>
    <dgm:cxn modelId="{D277DE2F-714D-4DC4-9FD4-926427D8B6C5}" type="presOf" srcId="{0D5F2F86-C012-42F5-8EDF-56A3CFB47D87}" destId="{22654D41-EDD9-478C-927E-72A38FD27882}" srcOrd="0" destOrd="0" presId="urn:microsoft.com/office/officeart/2018/2/layout/IconCircleList"/>
    <dgm:cxn modelId="{98746738-18C0-4906-BEBE-9AC68F521D42}" type="presOf" srcId="{2C0B7D25-C0F7-4B68-8A2C-6BCB4221A748}" destId="{3B4FA905-312F-4FD9-AE29-E98F361133C4}" srcOrd="0" destOrd="0" presId="urn:microsoft.com/office/officeart/2018/2/layout/IconCircleList"/>
    <dgm:cxn modelId="{C358BF44-DB4C-43D0-A447-63DE554CB4DA}" srcId="{2D5A8AEB-8D87-4A8D-9D7C-86157F0E52C5}" destId="{B546642D-3911-4762-A4F5-2D777059533D}" srcOrd="3" destOrd="0" parTransId="{05DEF6EB-6F8F-4CA6-A61A-23094FF906AE}" sibTransId="{591D8E67-58E8-483E-880C-F27F58554849}"/>
    <dgm:cxn modelId="{4F3BC265-0909-407D-80C4-2A6A246EFFFE}" srcId="{2D5A8AEB-8D87-4A8D-9D7C-86157F0E52C5}" destId="{72B110CE-1242-424B-9492-FABB9E0F46DC}" srcOrd="1" destOrd="0" parTransId="{56612EF3-7BB7-4EBA-8703-FCA2F679EBAE}" sibTransId="{F9E1D4CB-7DC9-47F9-8BEA-E69F77DCF529}"/>
    <dgm:cxn modelId="{4227A449-AF13-4AE7-A4A3-3E127628E4B7}" srcId="{2D5A8AEB-8D87-4A8D-9D7C-86157F0E52C5}" destId="{EFB9E452-BDBE-4D79-A8AA-BECEB0759D00}" srcOrd="0" destOrd="0" parTransId="{B6B8941A-CDEA-44AD-B540-898C3C7C3BE1}" sibTransId="{0D5F2F86-C012-42F5-8EDF-56A3CFB47D87}"/>
    <dgm:cxn modelId="{90372259-0FDB-4D1E-A452-2854CA89E532}" type="presOf" srcId="{BAA5A3BE-44F9-417F-AA6E-5F8B697469D1}" destId="{C8BB8130-BC51-426B-84F4-45B3058F9D8E}" srcOrd="0" destOrd="0" presId="urn:microsoft.com/office/officeart/2018/2/layout/IconCircleList"/>
    <dgm:cxn modelId="{2112255A-E600-4526-BE15-C448E360841F}" type="presOf" srcId="{5AD2906E-61F5-4AC3-A284-1A9008F5F5E5}" destId="{89948DF3-36EC-498C-AC06-9EBAFA73ABA1}" srcOrd="0" destOrd="0" presId="urn:microsoft.com/office/officeart/2018/2/layout/IconCircleList"/>
    <dgm:cxn modelId="{D3314087-D9CB-4447-A817-92C058E8192F}" type="presOf" srcId="{591D8E67-58E8-483E-880C-F27F58554849}" destId="{47FE7D83-6A41-42BE-BE6A-C5740399AAC6}" srcOrd="0" destOrd="0" presId="urn:microsoft.com/office/officeart/2018/2/layout/IconCircleList"/>
    <dgm:cxn modelId="{682D1BA1-2CDA-4E2E-80D6-816D3DA326F6}" type="presOf" srcId="{2D5A8AEB-8D87-4A8D-9D7C-86157F0E52C5}" destId="{94479406-F1E5-4AD0-9954-E98BFECD8BA9}" srcOrd="0" destOrd="0" presId="urn:microsoft.com/office/officeart/2018/2/layout/IconCircleList"/>
    <dgm:cxn modelId="{0C9E9DB1-5C2C-4090-B306-940CA542EB53}" type="presOf" srcId="{F9E1D4CB-7DC9-47F9-8BEA-E69F77DCF529}" destId="{B32FBBD8-0CE9-446F-98EC-CE5A13E51421}" srcOrd="0" destOrd="0" presId="urn:microsoft.com/office/officeart/2018/2/layout/IconCircleList"/>
    <dgm:cxn modelId="{A7E448C1-9809-4D1F-A340-4346FD9F34BF}" type="presOf" srcId="{42CB8480-1278-4D0B-8A09-45F7EF418DEF}" destId="{6EAB2B77-D51A-413A-9905-14273EC3CA35}" srcOrd="0" destOrd="0" presId="urn:microsoft.com/office/officeart/2018/2/layout/IconCircleList"/>
    <dgm:cxn modelId="{36D7E3C5-DE7D-46BF-9C81-BBE9C8494A97}" type="presOf" srcId="{B546642D-3911-4762-A4F5-2D777059533D}" destId="{11E98EED-F7D2-487A-A5F0-E4A3D3DFF3D9}" srcOrd="0" destOrd="0" presId="urn:microsoft.com/office/officeart/2018/2/layout/IconCircleList"/>
    <dgm:cxn modelId="{34B2B4D5-075D-47C7-9A8C-D7A7ADE843A6}" srcId="{2D5A8AEB-8D87-4A8D-9D7C-86157F0E52C5}" destId="{BAA5A3BE-44F9-417F-AA6E-5F8B697469D1}" srcOrd="5" destOrd="0" parTransId="{7B9EBA3A-3995-4302-A333-622643A69FAD}" sibTransId="{AD221DFA-5564-4EAF-A2B9-EC03204DF212}"/>
    <dgm:cxn modelId="{7E52C0EA-D45C-43F4-94BF-E74F97B48A63}" type="presOf" srcId="{EFB9E452-BDBE-4D79-A8AA-BECEB0759D00}" destId="{9525FCAC-C786-414C-9C1D-E5C5E42E9EED}" srcOrd="0" destOrd="0" presId="urn:microsoft.com/office/officeart/2018/2/layout/IconCircleList"/>
    <dgm:cxn modelId="{FB7E8843-262E-4494-AEEE-C2663E73403E}" type="presParOf" srcId="{94479406-F1E5-4AD0-9954-E98BFECD8BA9}" destId="{7CB96DBE-3DB8-45BF-8F42-A3D620EF0645}" srcOrd="0" destOrd="0" presId="urn:microsoft.com/office/officeart/2018/2/layout/IconCircleList"/>
    <dgm:cxn modelId="{ADB321FF-C348-4114-A98B-2B1629F57C0F}" type="presParOf" srcId="{7CB96DBE-3DB8-45BF-8F42-A3D620EF0645}" destId="{836850CD-18E8-4E2E-80B9-8A2D70477680}" srcOrd="0" destOrd="0" presId="urn:microsoft.com/office/officeart/2018/2/layout/IconCircleList"/>
    <dgm:cxn modelId="{6E6E4B9F-BFBD-493D-8467-92A68D75E5F2}" type="presParOf" srcId="{836850CD-18E8-4E2E-80B9-8A2D70477680}" destId="{7976A710-F779-4A46-9CA6-A27FBAAD92B2}" srcOrd="0" destOrd="0" presId="urn:microsoft.com/office/officeart/2018/2/layout/IconCircleList"/>
    <dgm:cxn modelId="{57B8CFD5-AC78-4B10-8524-A19294124218}" type="presParOf" srcId="{836850CD-18E8-4E2E-80B9-8A2D70477680}" destId="{9717B663-FB41-44E4-A542-C0B8D8BFE053}" srcOrd="1" destOrd="0" presId="urn:microsoft.com/office/officeart/2018/2/layout/IconCircleList"/>
    <dgm:cxn modelId="{3C57997D-5975-4F3C-BEBE-A45977D73376}" type="presParOf" srcId="{836850CD-18E8-4E2E-80B9-8A2D70477680}" destId="{702E5365-13A5-4606-92AE-A658264BDA93}" srcOrd="2" destOrd="0" presId="urn:microsoft.com/office/officeart/2018/2/layout/IconCircleList"/>
    <dgm:cxn modelId="{5192B18C-F0B6-4D32-8460-3C3B199EB524}" type="presParOf" srcId="{836850CD-18E8-4E2E-80B9-8A2D70477680}" destId="{9525FCAC-C786-414C-9C1D-E5C5E42E9EED}" srcOrd="3" destOrd="0" presId="urn:microsoft.com/office/officeart/2018/2/layout/IconCircleList"/>
    <dgm:cxn modelId="{BE0AD743-33D3-4397-8604-6DA352ACD914}" type="presParOf" srcId="{7CB96DBE-3DB8-45BF-8F42-A3D620EF0645}" destId="{22654D41-EDD9-478C-927E-72A38FD27882}" srcOrd="1" destOrd="0" presId="urn:microsoft.com/office/officeart/2018/2/layout/IconCircleList"/>
    <dgm:cxn modelId="{D23BD1C1-B857-4ADE-A4E8-DE3DE85CCFC3}" type="presParOf" srcId="{7CB96DBE-3DB8-45BF-8F42-A3D620EF0645}" destId="{617DFA80-52B2-4021-8CF4-E6BE6CA677C7}" srcOrd="2" destOrd="0" presId="urn:microsoft.com/office/officeart/2018/2/layout/IconCircleList"/>
    <dgm:cxn modelId="{9C8EE88D-458B-4995-82BE-10074CA547A3}" type="presParOf" srcId="{617DFA80-52B2-4021-8CF4-E6BE6CA677C7}" destId="{9459D28F-3EE9-4E18-A9D5-A93F1384209D}" srcOrd="0" destOrd="0" presId="urn:microsoft.com/office/officeart/2018/2/layout/IconCircleList"/>
    <dgm:cxn modelId="{8C77CEBF-7C67-4A1C-861A-5E00CE6EB190}" type="presParOf" srcId="{617DFA80-52B2-4021-8CF4-E6BE6CA677C7}" destId="{FADA3C63-9797-48E2-BD9E-B4E3C738A773}" srcOrd="1" destOrd="0" presId="urn:microsoft.com/office/officeart/2018/2/layout/IconCircleList"/>
    <dgm:cxn modelId="{D60D34E7-582A-4191-A245-1F8C3F1E4F29}" type="presParOf" srcId="{617DFA80-52B2-4021-8CF4-E6BE6CA677C7}" destId="{7811CBE0-D027-44AA-AF77-9DFCC03DC144}" srcOrd="2" destOrd="0" presId="urn:microsoft.com/office/officeart/2018/2/layout/IconCircleList"/>
    <dgm:cxn modelId="{9858C63B-7644-4499-94B2-99CC86CD4A8B}" type="presParOf" srcId="{617DFA80-52B2-4021-8CF4-E6BE6CA677C7}" destId="{3E961820-35D1-4F40-B7AA-AC5E81A921DD}" srcOrd="3" destOrd="0" presId="urn:microsoft.com/office/officeart/2018/2/layout/IconCircleList"/>
    <dgm:cxn modelId="{1F5EF24D-106B-4105-A9EE-9BC9ACE7E558}" type="presParOf" srcId="{7CB96DBE-3DB8-45BF-8F42-A3D620EF0645}" destId="{B32FBBD8-0CE9-446F-98EC-CE5A13E51421}" srcOrd="3" destOrd="0" presId="urn:microsoft.com/office/officeart/2018/2/layout/IconCircleList"/>
    <dgm:cxn modelId="{297A74F6-DDC4-4F3D-ABB4-22409C33DDF0}" type="presParOf" srcId="{7CB96DBE-3DB8-45BF-8F42-A3D620EF0645}" destId="{96D72FCC-1B00-4973-A2FE-D3653E4B29FD}" srcOrd="4" destOrd="0" presId="urn:microsoft.com/office/officeart/2018/2/layout/IconCircleList"/>
    <dgm:cxn modelId="{ECE5D4AF-55DB-44F6-9BB2-9A290EE44E1E}" type="presParOf" srcId="{96D72FCC-1B00-4973-A2FE-D3653E4B29FD}" destId="{D4C27D60-2D52-4008-A241-D608D0140F79}" srcOrd="0" destOrd="0" presId="urn:microsoft.com/office/officeart/2018/2/layout/IconCircleList"/>
    <dgm:cxn modelId="{F9F3A771-66C6-40DD-A5F1-D31A588FADE2}" type="presParOf" srcId="{96D72FCC-1B00-4973-A2FE-D3653E4B29FD}" destId="{DD0CE089-46B1-45F1-8942-D90A00EADB0C}" srcOrd="1" destOrd="0" presId="urn:microsoft.com/office/officeart/2018/2/layout/IconCircleList"/>
    <dgm:cxn modelId="{803A9F68-BC01-499F-B88B-0D1161F09A41}" type="presParOf" srcId="{96D72FCC-1B00-4973-A2FE-D3653E4B29FD}" destId="{34BC5ABB-519F-468E-B6B9-DC86FCACE625}" srcOrd="2" destOrd="0" presId="urn:microsoft.com/office/officeart/2018/2/layout/IconCircleList"/>
    <dgm:cxn modelId="{32B3C0B1-4283-4829-AE68-8BA7C002316B}" type="presParOf" srcId="{96D72FCC-1B00-4973-A2FE-D3653E4B29FD}" destId="{3B4FA905-312F-4FD9-AE29-E98F361133C4}" srcOrd="3" destOrd="0" presId="urn:microsoft.com/office/officeart/2018/2/layout/IconCircleList"/>
    <dgm:cxn modelId="{E40A32BB-F0D3-417C-9CC3-1E36FA26F52D}" type="presParOf" srcId="{7CB96DBE-3DB8-45BF-8F42-A3D620EF0645}" destId="{6EAB2B77-D51A-413A-9905-14273EC3CA35}" srcOrd="5" destOrd="0" presId="urn:microsoft.com/office/officeart/2018/2/layout/IconCircleList"/>
    <dgm:cxn modelId="{301C3CD1-BD3E-4978-8DBB-B3C3C6647EE6}" type="presParOf" srcId="{7CB96DBE-3DB8-45BF-8F42-A3D620EF0645}" destId="{A47791DE-43F7-4C7D-B1B3-8CD503158AF7}" srcOrd="6" destOrd="0" presId="urn:microsoft.com/office/officeart/2018/2/layout/IconCircleList"/>
    <dgm:cxn modelId="{00691BFD-E89B-48A9-AC45-95A37E995613}" type="presParOf" srcId="{A47791DE-43F7-4C7D-B1B3-8CD503158AF7}" destId="{9E9B751E-859C-4578-8385-3B4B7FEF26ED}" srcOrd="0" destOrd="0" presId="urn:microsoft.com/office/officeart/2018/2/layout/IconCircleList"/>
    <dgm:cxn modelId="{61621740-A4A4-485A-9DD4-C98318A0A980}" type="presParOf" srcId="{A47791DE-43F7-4C7D-B1B3-8CD503158AF7}" destId="{2D64AAAC-1EF9-4083-80F6-4BD3F802AB07}" srcOrd="1" destOrd="0" presId="urn:microsoft.com/office/officeart/2018/2/layout/IconCircleList"/>
    <dgm:cxn modelId="{AC2BCD43-F2F4-4D91-8F4B-8E6EB477DD1A}" type="presParOf" srcId="{A47791DE-43F7-4C7D-B1B3-8CD503158AF7}" destId="{E19F058E-201C-4D66-A459-26EE24A96C47}" srcOrd="2" destOrd="0" presId="urn:microsoft.com/office/officeart/2018/2/layout/IconCircleList"/>
    <dgm:cxn modelId="{7B939B48-E13A-4D5F-A280-DE8F8451A477}" type="presParOf" srcId="{A47791DE-43F7-4C7D-B1B3-8CD503158AF7}" destId="{11E98EED-F7D2-487A-A5F0-E4A3D3DFF3D9}" srcOrd="3" destOrd="0" presId="urn:microsoft.com/office/officeart/2018/2/layout/IconCircleList"/>
    <dgm:cxn modelId="{C62A2014-9A28-4B81-BD43-53026D1F520F}" type="presParOf" srcId="{7CB96DBE-3DB8-45BF-8F42-A3D620EF0645}" destId="{47FE7D83-6A41-42BE-BE6A-C5740399AAC6}" srcOrd="7" destOrd="0" presId="urn:microsoft.com/office/officeart/2018/2/layout/IconCircleList"/>
    <dgm:cxn modelId="{BBD3F063-790A-4EF3-BA41-8E6D55EC9D80}" type="presParOf" srcId="{7CB96DBE-3DB8-45BF-8F42-A3D620EF0645}" destId="{24D50F13-F7A5-4F9E-94F3-43E62BAE67B4}" srcOrd="8" destOrd="0" presId="urn:microsoft.com/office/officeart/2018/2/layout/IconCircleList"/>
    <dgm:cxn modelId="{F0A66C23-6AFB-4C4B-B5C2-698FBFFD8DC1}" type="presParOf" srcId="{24D50F13-F7A5-4F9E-94F3-43E62BAE67B4}" destId="{8060F813-6220-4FC9-AEBC-5B49E0EDD68E}" srcOrd="0" destOrd="0" presId="urn:microsoft.com/office/officeart/2018/2/layout/IconCircleList"/>
    <dgm:cxn modelId="{B04FCE9D-77C5-4BF7-AE83-8DC995EF0645}" type="presParOf" srcId="{24D50F13-F7A5-4F9E-94F3-43E62BAE67B4}" destId="{79101620-7A7B-4892-9C7C-E19A8EBBBF31}" srcOrd="1" destOrd="0" presId="urn:microsoft.com/office/officeart/2018/2/layout/IconCircleList"/>
    <dgm:cxn modelId="{64FBBBE0-469A-4F0B-9149-2821E5A80F17}" type="presParOf" srcId="{24D50F13-F7A5-4F9E-94F3-43E62BAE67B4}" destId="{352176C0-CD02-4DB2-B8C4-FB755EE59DB5}" srcOrd="2" destOrd="0" presId="urn:microsoft.com/office/officeart/2018/2/layout/IconCircleList"/>
    <dgm:cxn modelId="{E19CE987-F2C5-4527-A88A-96F8A7CFC974}" type="presParOf" srcId="{24D50F13-F7A5-4F9E-94F3-43E62BAE67B4}" destId="{9A86CF49-DE19-47B1-B3AA-A986109BF68D}" srcOrd="3" destOrd="0" presId="urn:microsoft.com/office/officeart/2018/2/layout/IconCircleList"/>
    <dgm:cxn modelId="{230A552F-719A-47C2-9E1C-2395C0D6B209}" type="presParOf" srcId="{7CB96DBE-3DB8-45BF-8F42-A3D620EF0645}" destId="{89948DF3-36EC-498C-AC06-9EBAFA73ABA1}" srcOrd="9" destOrd="0" presId="urn:microsoft.com/office/officeart/2018/2/layout/IconCircleList"/>
    <dgm:cxn modelId="{FD3ABE8F-7221-41F9-ACC5-D869DF6B7121}" type="presParOf" srcId="{7CB96DBE-3DB8-45BF-8F42-A3D620EF0645}" destId="{055FA52F-C59A-489A-A808-92FB65D48B98}" srcOrd="10" destOrd="0" presId="urn:microsoft.com/office/officeart/2018/2/layout/IconCircleList"/>
    <dgm:cxn modelId="{4F3D897A-6F22-41A9-BA3C-3484D52E5206}" type="presParOf" srcId="{055FA52F-C59A-489A-A808-92FB65D48B98}" destId="{B5CB5965-58A8-492F-A42E-9331632C8D99}" srcOrd="0" destOrd="0" presId="urn:microsoft.com/office/officeart/2018/2/layout/IconCircleList"/>
    <dgm:cxn modelId="{61B988B2-811C-446D-B088-2F7D67682AFE}" type="presParOf" srcId="{055FA52F-C59A-489A-A808-92FB65D48B98}" destId="{75B6AA71-8C1A-4162-BEC0-7076A57B89C6}" srcOrd="1" destOrd="0" presId="urn:microsoft.com/office/officeart/2018/2/layout/IconCircleList"/>
    <dgm:cxn modelId="{39D58574-CDF5-4526-A7BF-069E426543C4}" type="presParOf" srcId="{055FA52F-C59A-489A-A808-92FB65D48B98}" destId="{FD6A4944-3FEA-43F0-8C52-90C2DACA9915}" srcOrd="2" destOrd="0" presId="urn:microsoft.com/office/officeart/2018/2/layout/IconCircleList"/>
    <dgm:cxn modelId="{12C98AFC-C7F9-40B8-BADC-A1A2AF5554BC}" type="presParOf" srcId="{055FA52F-C59A-489A-A808-92FB65D48B98}" destId="{C8BB8130-BC51-426B-84F4-45B3058F9D8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360366-839F-44F5-BE96-5CAF6F6CBB5A}">
      <dsp:nvSpPr>
        <dsp:cNvPr id="0" name=""/>
        <dsp:cNvSpPr/>
      </dsp:nvSpPr>
      <dsp:spPr>
        <a:xfrm>
          <a:off x="2371300" y="96"/>
          <a:ext cx="1026158" cy="102615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68A613-D7C4-4DF8-81C5-D0EEAE3B81F3}">
      <dsp:nvSpPr>
        <dsp:cNvPr id="0" name=""/>
        <dsp:cNvSpPr/>
      </dsp:nvSpPr>
      <dsp:spPr>
        <a:xfrm>
          <a:off x="2589990" y="218786"/>
          <a:ext cx="588779" cy="5887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E6D375-48E4-4294-9635-B8B4F0AB6795}">
      <dsp:nvSpPr>
        <dsp:cNvPr id="0" name=""/>
        <dsp:cNvSpPr/>
      </dsp:nvSpPr>
      <dsp:spPr>
        <a:xfrm>
          <a:off x="2043266" y="1345877"/>
          <a:ext cx="1682226" cy="672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dirty="0">
              <a:latin typeface="Aptos Display" panose="020F0302020204030204"/>
            </a:rPr>
            <a:t>AUTO</a:t>
          </a:r>
          <a:endParaRPr lang="en-US" sz="2100" kern="1200" dirty="0"/>
        </a:p>
      </dsp:txBody>
      <dsp:txXfrm>
        <a:off x="2043266" y="1345877"/>
        <a:ext cx="1682226" cy="672890"/>
      </dsp:txXfrm>
    </dsp:sp>
    <dsp:sp modelId="{792C69F7-3B9F-4CA3-814B-82775E364FD2}">
      <dsp:nvSpPr>
        <dsp:cNvPr id="0" name=""/>
        <dsp:cNvSpPr/>
      </dsp:nvSpPr>
      <dsp:spPr>
        <a:xfrm>
          <a:off x="4347916" y="96"/>
          <a:ext cx="1026158" cy="102615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AA04F-1075-4064-AA90-D929A5D0EADC}">
      <dsp:nvSpPr>
        <dsp:cNvPr id="0" name=""/>
        <dsp:cNvSpPr/>
      </dsp:nvSpPr>
      <dsp:spPr>
        <a:xfrm>
          <a:off x="4566606" y="218786"/>
          <a:ext cx="588779" cy="5887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06580D-0E10-4467-A64B-E0ABD3BC0759}">
      <dsp:nvSpPr>
        <dsp:cNvPr id="0" name=""/>
        <dsp:cNvSpPr/>
      </dsp:nvSpPr>
      <dsp:spPr>
        <a:xfrm>
          <a:off x="4019882" y="1345877"/>
          <a:ext cx="1682226" cy="672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t>property</a:t>
          </a:r>
        </a:p>
      </dsp:txBody>
      <dsp:txXfrm>
        <a:off x="4019882" y="1345877"/>
        <a:ext cx="1682226" cy="672890"/>
      </dsp:txXfrm>
    </dsp:sp>
    <dsp:sp modelId="{BF6E7429-899B-47D1-B15F-EA33941EFB97}">
      <dsp:nvSpPr>
        <dsp:cNvPr id="0" name=""/>
        <dsp:cNvSpPr/>
      </dsp:nvSpPr>
      <dsp:spPr>
        <a:xfrm>
          <a:off x="6324533" y="96"/>
          <a:ext cx="1026158" cy="102615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DA7763-1FD3-4577-9D56-EFDA488CC517}">
      <dsp:nvSpPr>
        <dsp:cNvPr id="0" name=""/>
        <dsp:cNvSpPr/>
      </dsp:nvSpPr>
      <dsp:spPr>
        <a:xfrm>
          <a:off x="6543222" y="218786"/>
          <a:ext cx="588779" cy="5887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D5F24E-31FC-433E-88C1-E1846358C31F}">
      <dsp:nvSpPr>
        <dsp:cNvPr id="0" name=""/>
        <dsp:cNvSpPr/>
      </dsp:nvSpPr>
      <dsp:spPr>
        <a:xfrm>
          <a:off x="5996498" y="1345877"/>
          <a:ext cx="1682226" cy="672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a:t>health</a:t>
          </a:r>
        </a:p>
      </dsp:txBody>
      <dsp:txXfrm>
        <a:off x="5996498" y="1345877"/>
        <a:ext cx="1682226" cy="672890"/>
      </dsp:txXfrm>
    </dsp:sp>
    <dsp:sp modelId="{B2061AC3-BEEC-4B8E-A574-1F7059A4ADF1}">
      <dsp:nvSpPr>
        <dsp:cNvPr id="0" name=""/>
        <dsp:cNvSpPr/>
      </dsp:nvSpPr>
      <dsp:spPr>
        <a:xfrm>
          <a:off x="8301149" y="96"/>
          <a:ext cx="1026158" cy="102615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6CAB99-095E-4135-9292-C3F7F02EEAC1}">
      <dsp:nvSpPr>
        <dsp:cNvPr id="0" name=""/>
        <dsp:cNvSpPr/>
      </dsp:nvSpPr>
      <dsp:spPr>
        <a:xfrm>
          <a:off x="8519838" y="218786"/>
          <a:ext cx="588779" cy="58877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E779CC-FE05-4BD9-945A-A187F4D5BE43}">
      <dsp:nvSpPr>
        <dsp:cNvPr id="0" name=""/>
        <dsp:cNvSpPr/>
      </dsp:nvSpPr>
      <dsp:spPr>
        <a:xfrm>
          <a:off x="7973115" y="1345877"/>
          <a:ext cx="1682226" cy="672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cap="all"/>
          </a:pPr>
          <a:r>
            <a:rPr lang="en-US" sz="2100" kern="1200" dirty="0"/>
            <a:t>accident </a:t>
          </a:r>
          <a:r>
            <a:rPr lang="en-US" sz="2100" kern="1200" dirty="0">
              <a:latin typeface="Aptos Display" panose="020F0302020204030204"/>
            </a:rPr>
            <a:t>insurance</a:t>
          </a:r>
          <a:endParaRPr lang="en-US" sz="2100" kern="1200" dirty="0"/>
        </a:p>
      </dsp:txBody>
      <dsp:txXfrm>
        <a:off x="7973115" y="1345877"/>
        <a:ext cx="1682226" cy="6728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5B808-558E-403C-A3EE-4B24A206DCE8}">
      <dsp:nvSpPr>
        <dsp:cNvPr id="0" name=""/>
        <dsp:cNvSpPr/>
      </dsp:nvSpPr>
      <dsp:spPr>
        <a:xfrm>
          <a:off x="0" y="0"/>
          <a:ext cx="6258560" cy="9753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Fraudulent Claims</a:t>
          </a:r>
        </a:p>
      </dsp:txBody>
      <dsp:txXfrm>
        <a:off x="28567" y="28567"/>
        <a:ext cx="5091953" cy="918226"/>
      </dsp:txXfrm>
    </dsp:sp>
    <dsp:sp modelId="{237A1C7C-1C1D-42D9-824B-693A52E10316}">
      <dsp:nvSpPr>
        <dsp:cNvPr id="0" name=""/>
        <dsp:cNvSpPr/>
      </dsp:nvSpPr>
      <dsp:spPr>
        <a:xfrm>
          <a:off x="467360" y="1110826"/>
          <a:ext cx="6258560" cy="9753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Financial Loss</a:t>
          </a:r>
        </a:p>
      </dsp:txBody>
      <dsp:txXfrm>
        <a:off x="495927" y="1139393"/>
        <a:ext cx="5100081" cy="918226"/>
      </dsp:txXfrm>
    </dsp:sp>
    <dsp:sp modelId="{930E038A-0D09-4DFF-990E-9120C32293D7}">
      <dsp:nvSpPr>
        <dsp:cNvPr id="0" name=""/>
        <dsp:cNvSpPr/>
      </dsp:nvSpPr>
      <dsp:spPr>
        <a:xfrm>
          <a:off x="934719" y="2221653"/>
          <a:ext cx="6258560" cy="9753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Higher Premium for honest customers</a:t>
          </a:r>
        </a:p>
      </dsp:txBody>
      <dsp:txXfrm>
        <a:off x="963286" y="2250220"/>
        <a:ext cx="5100081" cy="918226"/>
      </dsp:txXfrm>
    </dsp:sp>
    <dsp:sp modelId="{B49AF309-AE4D-4AAA-AC0A-1DD6BB2F5DE9}">
      <dsp:nvSpPr>
        <dsp:cNvPr id="0" name=""/>
        <dsp:cNvSpPr/>
      </dsp:nvSpPr>
      <dsp:spPr>
        <a:xfrm>
          <a:off x="1402079" y="3332480"/>
          <a:ext cx="6258560" cy="9753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High Claim processing </a:t>
          </a:r>
        </a:p>
      </dsp:txBody>
      <dsp:txXfrm>
        <a:off x="1430646" y="3361047"/>
        <a:ext cx="5100081" cy="918226"/>
      </dsp:txXfrm>
    </dsp:sp>
    <dsp:sp modelId="{0A0F52FC-6C1A-4FE5-833A-7275AA09FAA8}">
      <dsp:nvSpPr>
        <dsp:cNvPr id="0" name=""/>
        <dsp:cNvSpPr/>
      </dsp:nvSpPr>
      <dsp:spPr>
        <a:xfrm>
          <a:off x="1869439" y="4443306"/>
          <a:ext cx="6258560" cy="97536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Low customer Trust</a:t>
          </a:r>
        </a:p>
      </dsp:txBody>
      <dsp:txXfrm>
        <a:off x="1898006" y="4471873"/>
        <a:ext cx="5100081" cy="918226"/>
      </dsp:txXfrm>
    </dsp:sp>
    <dsp:sp modelId="{465BF4FD-66B0-473A-A0B3-837538B6F623}">
      <dsp:nvSpPr>
        <dsp:cNvPr id="0" name=""/>
        <dsp:cNvSpPr/>
      </dsp:nvSpPr>
      <dsp:spPr>
        <a:xfrm>
          <a:off x="5624575" y="712554"/>
          <a:ext cx="633984" cy="633984"/>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767221" y="712554"/>
        <a:ext cx="348692" cy="477073"/>
      </dsp:txXfrm>
    </dsp:sp>
    <dsp:sp modelId="{08F29E8F-9C3C-4BC9-98C9-AFC00B94EE89}">
      <dsp:nvSpPr>
        <dsp:cNvPr id="0" name=""/>
        <dsp:cNvSpPr/>
      </dsp:nvSpPr>
      <dsp:spPr>
        <a:xfrm>
          <a:off x="6091935" y="1823381"/>
          <a:ext cx="633984" cy="633984"/>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234581" y="1823381"/>
        <a:ext cx="348692" cy="477073"/>
      </dsp:txXfrm>
    </dsp:sp>
    <dsp:sp modelId="{1FAB5BCC-839F-4238-B84C-EC86AA871FA7}">
      <dsp:nvSpPr>
        <dsp:cNvPr id="0" name=""/>
        <dsp:cNvSpPr/>
      </dsp:nvSpPr>
      <dsp:spPr>
        <a:xfrm>
          <a:off x="6559295" y="2917952"/>
          <a:ext cx="633984" cy="633984"/>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701941" y="2917952"/>
        <a:ext cx="348692" cy="477073"/>
      </dsp:txXfrm>
    </dsp:sp>
    <dsp:sp modelId="{8853CD35-00C8-49CD-BEBB-D847C6AC5CB3}">
      <dsp:nvSpPr>
        <dsp:cNvPr id="0" name=""/>
        <dsp:cNvSpPr/>
      </dsp:nvSpPr>
      <dsp:spPr>
        <a:xfrm>
          <a:off x="7026655" y="4039616"/>
          <a:ext cx="633984" cy="633984"/>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169301" y="4039616"/>
        <a:ext cx="348692" cy="4770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C903A1-5DD3-4E20-AB6C-222CF7E7BCF9}">
      <dsp:nvSpPr>
        <dsp:cNvPr id="0" name=""/>
        <dsp:cNvSpPr/>
      </dsp:nvSpPr>
      <dsp:spPr>
        <a:xfrm>
          <a:off x="3201"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3D6382-F04E-42E9-ACE8-E631F4319979}">
      <dsp:nvSpPr>
        <dsp:cNvPr id="0" name=""/>
        <dsp:cNvSpPr/>
      </dsp:nvSpPr>
      <dsp:spPr>
        <a:xfrm>
          <a:off x="257188"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t>Customer Information:</a:t>
          </a:r>
          <a:r>
            <a:rPr lang="en-US" sz="1700" b="0" i="0" kern="1200" baseline="0" dirty="0"/>
            <a:t> age, gender, occupation, education.</a:t>
          </a:r>
          <a:endParaRPr lang="en-US" sz="1700" kern="1200" dirty="0"/>
        </a:p>
      </dsp:txBody>
      <dsp:txXfrm>
        <a:off x="299702" y="1282093"/>
        <a:ext cx="2200851" cy="1366505"/>
      </dsp:txXfrm>
    </dsp:sp>
    <dsp:sp modelId="{D9A257D8-6472-40B7-8C41-A8B46E1E46ED}">
      <dsp:nvSpPr>
        <dsp:cNvPr id="0" name=""/>
        <dsp:cNvSpPr/>
      </dsp:nvSpPr>
      <dsp:spPr>
        <a:xfrm>
          <a:off x="2797054"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11BA4D-A80D-494F-AA35-1191894B8D2C}">
      <dsp:nvSpPr>
        <dsp:cNvPr id="0" name=""/>
        <dsp:cNvSpPr/>
      </dsp:nvSpPr>
      <dsp:spPr>
        <a:xfrm>
          <a:off x="3051041"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i="0" kern="1200" baseline="0"/>
            <a:t>Policy Details:</a:t>
          </a:r>
          <a:r>
            <a:rPr lang="en-US" sz="1700" b="0" i="0" kern="1200" baseline="0"/>
            <a:t> policy number, premium, coverage type, and policy age.</a:t>
          </a:r>
          <a:endParaRPr lang="en-US" sz="1700" kern="1200"/>
        </a:p>
      </dsp:txBody>
      <dsp:txXfrm>
        <a:off x="3093555" y="1282093"/>
        <a:ext cx="2200851" cy="1366505"/>
      </dsp:txXfrm>
    </dsp:sp>
    <dsp:sp modelId="{4473E85B-58DC-49E9-946C-4B11B4E128FB}">
      <dsp:nvSpPr>
        <dsp:cNvPr id="0" name=""/>
        <dsp:cNvSpPr/>
      </dsp:nvSpPr>
      <dsp:spPr>
        <a:xfrm>
          <a:off x="5590907"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45BD58-BE21-41A9-BFA6-AE9453E96689}">
      <dsp:nvSpPr>
        <dsp:cNvPr id="0" name=""/>
        <dsp:cNvSpPr/>
      </dsp:nvSpPr>
      <dsp:spPr>
        <a:xfrm>
          <a:off x="5844894"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t>Incident Data:</a:t>
          </a:r>
          <a:r>
            <a:rPr lang="en-US" sz="1700" b="0" i="0" kern="1200" baseline="0" dirty="0"/>
            <a:t> incident type, collision severity, and police report availability.</a:t>
          </a:r>
          <a:endParaRPr lang="en-US" sz="1700" kern="1200" dirty="0"/>
        </a:p>
      </dsp:txBody>
      <dsp:txXfrm>
        <a:off x="5887408" y="1282093"/>
        <a:ext cx="2200851" cy="1366505"/>
      </dsp:txXfrm>
    </dsp:sp>
    <dsp:sp modelId="{749BE1D4-5894-49AE-9FF7-0315216C569C}">
      <dsp:nvSpPr>
        <dsp:cNvPr id="0" name=""/>
        <dsp:cNvSpPr/>
      </dsp:nvSpPr>
      <dsp:spPr>
        <a:xfrm>
          <a:off x="8384760"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9C31AD-2FE9-42FA-AD07-E591036AAA5F}">
      <dsp:nvSpPr>
        <dsp:cNvPr id="0" name=""/>
        <dsp:cNvSpPr/>
      </dsp:nvSpPr>
      <dsp:spPr>
        <a:xfrm>
          <a:off x="8638747"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t>Financials:</a:t>
          </a:r>
          <a:r>
            <a:rPr lang="en-US" sz="1700" b="0" i="0" kern="1200" baseline="0" dirty="0"/>
            <a:t> claim amount, deductible, and umbrella limit</a:t>
          </a:r>
          <a:endParaRPr lang="en-US" sz="1700" kern="1200" dirty="0"/>
        </a:p>
      </dsp:txBody>
      <dsp:txXfrm>
        <a:off x="8681261" y="1282093"/>
        <a:ext cx="2200851" cy="13665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BABDB6-E65B-47AC-8722-5EDCE1A5D72C}">
      <dsp:nvSpPr>
        <dsp:cNvPr id="0" name=""/>
        <dsp:cNvSpPr/>
      </dsp:nvSpPr>
      <dsp:spPr>
        <a:xfrm>
          <a:off x="-17426" y="36106"/>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FED024-AE90-49F6-A46E-424016A89CB2}">
      <dsp:nvSpPr>
        <dsp:cNvPr id="0" name=""/>
        <dsp:cNvSpPr/>
      </dsp:nvSpPr>
      <dsp:spPr>
        <a:xfrm>
          <a:off x="324068" y="360526"/>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t>Missing values</a:t>
          </a:r>
          <a:endParaRPr lang="en-US" sz="2600" kern="1200" dirty="0"/>
        </a:p>
      </dsp:txBody>
      <dsp:txXfrm>
        <a:off x="381230" y="417688"/>
        <a:ext cx="2959127" cy="1837317"/>
      </dsp:txXfrm>
    </dsp:sp>
    <dsp:sp modelId="{FFEB71AA-C991-4109-A503-7216A9EFFAF4}">
      <dsp:nvSpPr>
        <dsp:cNvPr id="0" name=""/>
        <dsp:cNvSpPr/>
      </dsp:nvSpPr>
      <dsp:spPr>
        <a:xfrm>
          <a:off x="3765139" y="18698"/>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CFD61F-1607-43D3-98DE-53DE05F1C4E4}">
      <dsp:nvSpPr>
        <dsp:cNvPr id="0" name=""/>
        <dsp:cNvSpPr/>
      </dsp:nvSpPr>
      <dsp:spPr>
        <a:xfrm>
          <a:off x="4106633" y="343118"/>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Outliers</a:t>
          </a:r>
          <a:endParaRPr lang="en-US" sz="2600" kern="1200"/>
        </a:p>
      </dsp:txBody>
      <dsp:txXfrm>
        <a:off x="4163795" y="400280"/>
        <a:ext cx="2959127" cy="1837317"/>
      </dsp:txXfrm>
    </dsp:sp>
    <dsp:sp modelId="{4EF4C893-3C58-439D-9600-57348975FACA}">
      <dsp:nvSpPr>
        <dsp:cNvPr id="0" name=""/>
        <dsp:cNvSpPr/>
      </dsp:nvSpPr>
      <dsp:spPr>
        <a:xfrm>
          <a:off x="7438750" y="36106"/>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17391E-BA25-4B5E-80DC-A12A7D1F45BF}">
      <dsp:nvSpPr>
        <dsp:cNvPr id="0" name=""/>
        <dsp:cNvSpPr/>
      </dsp:nvSpPr>
      <dsp:spPr>
        <a:xfrm>
          <a:off x="7780245" y="360526"/>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t>Uneven distribution/Class imbalance</a:t>
          </a:r>
          <a:endParaRPr lang="en-US" sz="2600" kern="1200" dirty="0"/>
        </a:p>
      </dsp:txBody>
      <dsp:txXfrm>
        <a:off x="7837407" y="417688"/>
        <a:ext cx="2959127" cy="18373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912FF6-A62E-4B82-BC57-37298BFDFEFA}">
      <dsp:nvSpPr>
        <dsp:cNvPr id="0" name=""/>
        <dsp:cNvSpPr/>
      </dsp:nvSpPr>
      <dsp:spPr>
        <a:xfrm>
          <a:off x="718664"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2D043F-EAF6-405C-AE9B-C1342020E8CC}">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CF108A-CC69-49A1-B834-B270BC4DB3E8}">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OPERATIONAL IMPACT</a:t>
          </a:r>
        </a:p>
      </dsp:txBody>
      <dsp:txXfrm>
        <a:off x="93445" y="3018902"/>
        <a:ext cx="3206250" cy="720000"/>
      </dsp:txXfrm>
    </dsp:sp>
    <dsp:sp modelId="{FDB821A6-941C-43CD-96D1-0F388A21C8D8}">
      <dsp:nvSpPr>
        <dsp:cNvPr id="0" name=""/>
        <dsp:cNvSpPr/>
      </dsp:nvSpPr>
      <dsp:spPr>
        <a:xfrm>
          <a:off x="4486008"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51721E-EDEF-4207-B15E-807AEE9F7FB8}">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12CAE8-B676-4BC6-BBE3-42C8705E2589}">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FINANCIAL IMPACT</a:t>
          </a:r>
        </a:p>
      </dsp:txBody>
      <dsp:txXfrm>
        <a:off x="3860789" y="3018902"/>
        <a:ext cx="3206250" cy="720000"/>
      </dsp:txXfrm>
    </dsp:sp>
    <dsp:sp modelId="{28A0D898-DA4B-4B0A-9DB3-423FFED61B5D}">
      <dsp:nvSpPr>
        <dsp:cNvPr id="0" name=""/>
        <dsp:cNvSpPr/>
      </dsp:nvSpPr>
      <dsp:spPr>
        <a:xfrm>
          <a:off x="8253352" y="4539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DAC7AF-29C6-4F97-BEEE-72855822537E}">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40B77D-B58B-4366-8092-141502F5C666}">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STRATERGIC IMPACT</a:t>
          </a:r>
        </a:p>
      </dsp:txBody>
      <dsp:txXfrm>
        <a:off x="7628133" y="3018902"/>
        <a:ext cx="32062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76A710-F779-4A46-9CA6-A27FBAAD92B2}">
      <dsp:nvSpPr>
        <dsp:cNvPr id="0" name=""/>
        <dsp:cNvSpPr/>
      </dsp:nvSpPr>
      <dsp:spPr>
        <a:xfrm>
          <a:off x="205509" y="82834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17B663-FB41-44E4-A542-C0B8D8BFE053}">
      <dsp:nvSpPr>
        <dsp:cNvPr id="0" name=""/>
        <dsp:cNvSpPr/>
      </dsp:nvSpPr>
      <dsp:spPr>
        <a:xfrm>
          <a:off x="396960" y="1019791"/>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25FCAC-C786-414C-9C1D-E5C5E42E9EED}">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dirty="0"/>
            <a:t>integration timeline</a:t>
          </a:r>
        </a:p>
      </dsp:txBody>
      <dsp:txXfrm>
        <a:off x="1312541" y="828340"/>
        <a:ext cx="2148945" cy="911674"/>
      </dsp:txXfrm>
    </dsp:sp>
    <dsp:sp modelId="{9459D28F-3EE9-4E18-A9D5-A93F1384209D}">
      <dsp:nvSpPr>
        <dsp:cNvPr id="0" name=""/>
        <dsp:cNvSpPr/>
      </dsp:nvSpPr>
      <dsp:spPr>
        <a:xfrm>
          <a:off x="3835925" y="82834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DA3C63-9797-48E2-BD9E-B4E3C738A773}">
      <dsp:nvSpPr>
        <dsp:cNvPr id="0" name=""/>
        <dsp:cNvSpPr/>
      </dsp:nvSpPr>
      <dsp:spPr>
        <a:xfrm>
          <a:off x="4027376" y="1019791"/>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961820-35D1-4F40-B7AA-AC5E81A921DD}">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Finalize feature engineering and model validation. </a:t>
          </a:r>
        </a:p>
      </dsp:txBody>
      <dsp:txXfrm>
        <a:off x="4942957" y="828340"/>
        <a:ext cx="2148945" cy="911674"/>
      </dsp:txXfrm>
    </dsp:sp>
    <dsp:sp modelId="{D4C27D60-2D52-4008-A241-D608D0140F79}">
      <dsp:nvSpPr>
        <dsp:cNvPr id="0" name=""/>
        <dsp:cNvSpPr/>
      </dsp:nvSpPr>
      <dsp:spPr>
        <a:xfrm>
          <a:off x="7466341" y="82834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0CE089-46B1-45F1-8942-D90A00EADB0C}">
      <dsp:nvSpPr>
        <dsp:cNvPr id="0" name=""/>
        <dsp:cNvSpPr/>
      </dsp:nvSpPr>
      <dsp:spPr>
        <a:xfrm>
          <a:off x="7657792" y="1019791"/>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4FA905-312F-4FD9-AE29-E98F361133C4}">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Deploy pilot fraud detection model within claims system. </a:t>
          </a:r>
        </a:p>
      </dsp:txBody>
      <dsp:txXfrm>
        <a:off x="8573374" y="828340"/>
        <a:ext cx="2148945" cy="911674"/>
      </dsp:txXfrm>
    </dsp:sp>
    <dsp:sp modelId="{9E9B751E-859C-4578-8385-3B4B7FEF26ED}">
      <dsp:nvSpPr>
        <dsp:cNvPr id="0" name=""/>
        <dsp:cNvSpPr/>
      </dsp:nvSpPr>
      <dsp:spPr>
        <a:xfrm>
          <a:off x="205509" y="245279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64AAAC-1EF9-4083-80F6-4BD3F802AB07}">
      <dsp:nvSpPr>
        <dsp:cNvPr id="0" name=""/>
        <dsp:cNvSpPr/>
      </dsp:nvSpPr>
      <dsp:spPr>
        <a:xfrm>
          <a:off x="396960" y="2644242"/>
          <a:ext cx="528770" cy="5287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E98EED-F7D2-487A-A5F0-E4A3D3DFF3D9}">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Monitor KPIs (fraud reduction %, processing time, false positives.</a:t>
          </a:r>
        </a:p>
      </dsp:txBody>
      <dsp:txXfrm>
        <a:off x="1312541" y="2452790"/>
        <a:ext cx="2148945" cy="911674"/>
      </dsp:txXfrm>
    </dsp:sp>
    <dsp:sp modelId="{8060F813-6220-4FC9-AEBC-5B49E0EDD68E}">
      <dsp:nvSpPr>
        <dsp:cNvPr id="0" name=""/>
        <dsp:cNvSpPr/>
      </dsp:nvSpPr>
      <dsp:spPr>
        <a:xfrm>
          <a:off x="3835925" y="245279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101620-7A7B-4892-9C7C-E19A8EBBBF31}">
      <dsp:nvSpPr>
        <dsp:cNvPr id="0" name=""/>
        <dsp:cNvSpPr/>
      </dsp:nvSpPr>
      <dsp:spPr>
        <a:xfrm>
          <a:off x="4027376" y="2644242"/>
          <a:ext cx="528770" cy="5287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86CF49-DE19-47B1-B3AA-A986109BF68D}">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Train staff and monitor key performance metrics such as fraud reduction percentage and false positive rate.</a:t>
          </a:r>
        </a:p>
      </dsp:txBody>
      <dsp:txXfrm>
        <a:off x="4942957" y="2452790"/>
        <a:ext cx="2148945" cy="911674"/>
      </dsp:txXfrm>
    </dsp:sp>
    <dsp:sp modelId="{B5CB5965-58A8-492F-A42E-9331632C8D99}">
      <dsp:nvSpPr>
        <dsp:cNvPr id="0" name=""/>
        <dsp:cNvSpPr/>
      </dsp:nvSpPr>
      <dsp:spPr>
        <a:xfrm>
          <a:off x="7466341" y="245279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B6AA71-8C1A-4162-BEC0-7076A57B89C6}">
      <dsp:nvSpPr>
        <dsp:cNvPr id="0" name=""/>
        <dsp:cNvSpPr/>
      </dsp:nvSpPr>
      <dsp:spPr>
        <a:xfrm>
          <a:off x="7657792" y="2644242"/>
          <a:ext cx="528770" cy="52877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BB8130-BC51-426B-84F4-45B3058F9D8E}">
      <dsp:nvSpPr>
        <dsp:cNvPr id="0" name=""/>
        <dsp:cNvSpPr/>
      </dsp:nvSpPr>
      <dsp:spPr>
        <a:xfrm>
          <a:off x="8573374"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kern="1200"/>
            <a:t>Continuous model improvement using new claim data.</a:t>
          </a:r>
        </a:p>
      </dsp:txBody>
      <dsp:txXfrm>
        <a:off x="8573374" y="2452790"/>
        <a:ext cx="2148945" cy="91167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F2FB4A-48DC-4714-8E92-63082E0CE705}"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A1DEBD-7DD9-4B71-BBFC-8FE694295681}" type="slidenum">
              <a:rPr lang="en-US" smtClean="0"/>
              <a:t>‹#›</a:t>
            </a:fld>
            <a:endParaRPr lang="en-US"/>
          </a:p>
        </p:txBody>
      </p:sp>
    </p:spTree>
    <p:extLst>
      <p:ext uri="{BB962C8B-B14F-4D97-AF65-F5344CB8AC3E}">
        <p14:creationId xmlns:p14="http://schemas.microsoft.com/office/powerpoint/2010/main" val="1111726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A1DEBD-7DD9-4B71-BBFC-8FE694295681}" type="slidenum">
              <a:rPr lang="en-US" smtClean="0"/>
              <a:t>1</a:t>
            </a:fld>
            <a:endParaRPr lang="en-US"/>
          </a:p>
        </p:txBody>
      </p:sp>
    </p:spTree>
    <p:extLst>
      <p:ext uri="{BB962C8B-B14F-4D97-AF65-F5344CB8AC3E}">
        <p14:creationId xmlns:p14="http://schemas.microsoft.com/office/powerpoint/2010/main" val="850814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Image source: Microsoft 365 content library
InsureCo partnered with USD Consulting to build a data-driven model for efficient fraud detection. The solution focuses on interpretability to help investigators make informed decisions in real time. This approach also aims to reinforce policyholder trust by ensuring transparency and fairness throughout the process.</a:t>
            </a:r>
          </a:p>
        </p:txBody>
      </p:sp>
      <p:sp>
        <p:nvSpPr>
          <p:cNvPr id="4" name="Slide Number Placeholder 3"/>
          <p:cNvSpPr>
            <a:spLocks noGrp="1"/>
          </p:cNvSpPr>
          <p:nvPr>
            <p:ph type="sldNum" sz="quarter" idx="5"/>
          </p:nvPr>
        </p:nvSpPr>
        <p:spPr/>
        <p:txBody>
          <a:bodyPr/>
          <a:lstStyle/>
          <a:p>
            <a:fld id="{05A1DEBD-7DD9-4B71-BBFC-8FE694295681}" type="slidenum">
              <a:rPr lang="en-US" smtClean="0"/>
              <a:t>6</a:t>
            </a:fld>
            <a:endParaRPr lang="en-US"/>
          </a:p>
        </p:txBody>
      </p:sp>
    </p:spTree>
    <p:extLst>
      <p:ext uri="{BB962C8B-B14F-4D97-AF65-F5344CB8AC3E}">
        <p14:creationId xmlns:p14="http://schemas.microsoft.com/office/powerpoint/2010/main" val="1562149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A1DEBD-7DD9-4B71-BBFC-8FE694295681}" type="slidenum">
              <a:rPr lang="en-US" smtClean="0"/>
              <a:t>8</a:t>
            </a:fld>
            <a:endParaRPr lang="en-US"/>
          </a:p>
        </p:txBody>
      </p:sp>
    </p:spTree>
    <p:extLst>
      <p:ext uri="{BB962C8B-B14F-4D97-AF65-F5344CB8AC3E}">
        <p14:creationId xmlns:p14="http://schemas.microsoft.com/office/powerpoint/2010/main" val="4207589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A1DEBD-7DD9-4B71-BBFC-8FE694295681}" type="slidenum">
              <a:rPr lang="en-US" smtClean="0"/>
              <a:t>13</a:t>
            </a:fld>
            <a:endParaRPr lang="en-US"/>
          </a:p>
        </p:txBody>
      </p:sp>
    </p:spTree>
    <p:extLst>
      <p:ext uri="{BB962C8B-B14F-4D97-AF65-F5344CB8AC3E}">
        <p14:creationId xmlns:p14="http://schemas.microsoft.com/office/powerpoint/2010/main" val="153633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2.svg"/><Relationship Id="rId5" Type="http://schemas.openxmlformats.org/officeDocument/2006/relationships/diagramColors" Target="../diagrams/colors1.xml"/><Relationship Id="rId10" Type="http://schemas.openxmlformats.org/officeDocument/2006/relationships/image" Target="../media/image1.png"/><Relationship Id="rId4" Type="http://schemas.openxmlformats.org/officeDocument/2006/relationships/diagramQuickStyle" Target="../diagrams/quickStyle1.xml"/><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diagramLayout" Target="../diagrams/layout4.xml"/><Relationship Id="rId7" Type="http://schemas.openxmlformats.org/officeDocument/2006/relationships/image" Target="../media/image27.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29.emf"/></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sv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9.sv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39.svg"/></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89000"/>
              </a:schemeClr>
            </a:gs>
            <a:gs pos="0">
              <a:schemeClr val="accent1">
                <a:lumMod val="75000"/>
              </a:schemeClr>
            </a:gs>
            <a:gs pos="4000">
              <a:schemeClr val="accent1">
                <a:lumMod val="7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05" name="Rectangle 20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682266-ADF8-B356-20CC-00B8A5F8F207}"/>
              </a:ext>
            </a:extLst>
          </p:cNvPr>
          <p:cNvSpPr>
            <a:spLocks noGrp="1"/>
          </p:cNvSpPr>
          <p:nvPr>
            <p:ph type="title"/>
          </p:nvPr>
        </p:nvSpPr>
        <p:spPr>
          <a:xfrm>
            <a:off x="6682682" y="387400"/>
            <a:ext cx="4974771" cy="1403498"/>
          </a:xfrm>
        </p:spPr>
        <p:txBody>
          <a:bodyPr anchor="b">
            <a:normAutofit/>
          </a:bodyPr>
          <a:lstStyle/>
          <a:p>
            <a:br>
              <a:rPr lang="en-US" sz="2800" dirty="0">
                <a:solidFill>
                  <a:schemeClr val="bg1"/>
                </a:solidFill>
              </a:rPr>
            </a:br>
            <a:endParaRPr lang="en-US" sz="2800" dirty="0">
              <a:solidFill>
                <a:schemeClr val="bg1"/>
              </a:solidFill>
            </a:endParaRPr>
          </a:p>
        </p:txBody>
      </p:sp>
      <p:grpSp>
        <p:nvGrpSpPr>
          <p:cNvPr id="207" name="Group 206">
            <a:extLst>
              <a:ext uri="{FF2B5EF4-FFF2-40B4-BE49-F238E27FC236}">
                <a16:creationId xmlns:a16="http://schemas.microsoft.com/office/drawing/2014/main" id="{00C7DD97-49DC-4BFD-951D-CFF51B976D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41571" y="70488"/>
            <a:ext cx="3501861" cy="3501861"/>
            <a:chOff x="4690043" y="291695"/>
            <a:chExt cx="3055711" cy="3055711"/>
          </a:xfrm>
        </p:grpSpPr>
        <p:sp>
          <p:nvSpPr>
            <p:cNvPr id="208" name="Oval 207">
              <a:extLst>
                <a:ext uri="{FF2B5EF4-FFF2-40B4-BE49-F238E27FC236}">
                  <a16:creationId xmlns:a16="http://schemas.microsoft.com/office/drawing/2014/main" id="{E7DCFDCC-147C-40CA-BFDF-2848A4297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31F8CA31-10D7-4B78-877D-2D21FBE553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1" name="Group 210">
            <a:extLst>
              <a:ext uri="{FF2B5EF4-FFF2-40B4-BE49-F238E27FC236}">
                <a16:creationId xmlns:a16="http://schemas.microsoft.com/office/drawing/2014/main" id="{176786CF-68E6-476D-909E-8522718B7B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5057" y="3240578"/>
            <a:ext cx="3297290" cy="3297290"/>
            <a:chOff x="4690043" y="291695"/>
            <a:chExt cx="3055711" cy="3055711"/>
          </a:xfrm>
        </p:grpSpPr>
        <p:sp>
          <p:nvSpPr>
            <p:cNvPr id="212" name="Oval 211">
              <a:extLst>
                <a:ext uri="{FF2B5EF4-FFF2-40B4-BE49-F238E27FC236}">
                  <a16:creationId xmlns:a16="http://schemas.microsoft.com/office/drawing/2014/main" id="{06D8E882-7D0E-42D7-99C8-D4865D7DA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015F1597-6BCF-45F1-9AC9-B142DD4768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5" name="Oval 214">
            <a:extLst>
              <a:ext uri="{FF2B5EF4-FFF2-40B4-BE49-F238E27FC236}">
                <a16:creationId xmlns:a16="http://schemas.microsoft.com/office/drawing/2014/main" id="{EAED1919-54A1-41C9-B30B-A3FF3F58E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26220" y="30573"/>
            <a:ext cx="3483100" cy="3483100"/>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7"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0828" y="1091857"/>
            <a:ext cx="1291642" cy="429215"/>
            <a:chOff x="2504802" y="1755501"/>
            <a:chExt cx="1598829" cy="531293"/>
          </a:xfrm>
          <a:solidFill>
            <a:schemeClr val="bg1"/>
          </a:solidFill>
        </p:grpSpPr>
        <p:sp>
          <p:nvSpPr>
            <p:cNvPr id="218" name="Freeform: Shape 217">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pic>
        <p:nvPicPr>
          <p:cNvPr id="4" name="Graphic 3" descr="Flower with solid fill">
            <a:extLst>
              <a:ext uri="{FF2B5EF4-FFF2-40B4-BE49-F238E27FC236}">
                <a16:creationId xmlns:a16="http://schemas.microsoft.com/office/drawing/2014/main" id="{2C0715EF-96BE-D99A-DD7C-238E45AB61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92213" y="361578"/>
            <a:ext cx="2113201" cy="2113201"/>
          </a:xfrm>
          <a:prstGeom prst="rect">
            <a:avLst/>
          </a:prstGeom>
        </p:spPr>
      </p:pic>
      <p:sp>
        <p:nvSpPr>
          <p:cNvPr id="221" name="Oval 220">
            <a:extLst>
              <a:ext uri="{FF2B5EF4-FFF2-40B4-BE49-F238E27FC236}">
                <a16:creationId xmlns:a16="http://schemas.microsoft.com/office/drawing/2014/main" id="{FFFEB18F-F81F-4CED-BE64-EB888A77C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093" y="3195231"/>
            <a:ext cx="3281677" cy="3281677"/>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ar">
            <a:extLst>
              <a:ext uri="{FF2B5EF4-FFF2-40B4-BE49-F238E27FC236}">
                <a16:creationId xmlns:a16="http://schemas.microsoft.com/office/drawing/2014/main" id="{7634EACD-3DED-10AB-DEAC-C1E76CE4AFC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2048" y="3904608"/>
            <a:ext cx="1895767" cy="1895767"/>
          </a:xfrm>
          <a:prstGeom prst="rect">
            <a:avLst/>
          </a:prstGeom>
        </p:spPr>
      </p:pic>
      <p:grpSp>
        <p:nvGrpSpPr>
          <p:cNvPr id="223" name="Graphic 4">
            <a:extLst>
              <a:ext uri="{FF2B5EF4-FFF2-40B4-BE49-F238E27FC236}">
                <a16:creationId xmlns:a16="http://schemas.microsoft.com/office/drawing/2014/main" id="{A04977CB-3825-471A-A590-C57F8C3503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97585" y="3139252"/>
            <a:ext cx="1330536" cy="1330521"/>
            <a:chOff x="5734037" y="3067039"/>
            <a:chExt cx="724483" cy="724489"/>
          </a:xfrm>
          <a:solidFill>
            <a:schemeClr val="bg1"/>
          </a:solidFill>
        </p:grpSpPr>
        <p:sp>
          <p:nvSpPr>
            <p:cNvPr id="224" name="Freeform: Shape 223">
              <a:extLst>
                <a:ext uri="{FF2B5EF4-FFF2-40B4-BE49-F238E27FC236}">
                  <a16:creationId xmlns:a16="http://schemas.microsoft.com/office/drawing/2014/main" id="{2B4B4814-3BFD-418E-B5B6-9DC3E0023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6B775DC1-0C03-424C-81DD-0B6373642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9DA07F5D-1F32-483C-8A98-9849D780DE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37A913DD-4597-42B1-9728-4127E83A8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009FBB02-BC59-4864-8DBC-B2B2BD52B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6BD87CAE-98EF-4EA4-B739-3304AB75B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A313AD8-2CA9-4181-84FF-A4EA106FB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90E1FD27-6078-4DDB-85A5-EF3282363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8B87154F-1C33-4D96-AD0F-41A911079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59F7C24D-DA96-4B69-9D48-11ED659814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A1CC3BFF-8D2C-4191-AA89-4B5F07B595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030851AC-DB18-4C88-A8A2-449F772E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DA0FBDE6-61C6-4EAD-BEF2-895D802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AA861D3C-5355-4A4A-A875-EC40751A7D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998E573C-00D7-4371-9CE5-C72044BCA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4B74B55B-C24A-4F7B-80B0-59E86E989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361FF18D-542A-4DA3-B579-046996571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B5CD3040-DA11-4096-9ECA-0547EB296B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8DBF68E6-70DC-4C9B-9E36-54DADF5D8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11A82FA5-7042-42C0-82C9-8068C36A6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2F1F1E10-43A7-49C1-9611-E52FB1BF5C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E350A35C-3618-4456-8580-7687EDA43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F4013BD1-ADEE-4116-8B16-8C5FB3B01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D41350A0-245D-42A9-911D-82D77BC3D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8734813-52CA-4809-A0E0-348308DC47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E626E127-926A-4623-B87E-6944AA8F44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DADDE53E-0E40-4853-BCF0-9B152D6A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C13F1249-54EA-428F-AE2E-A0579B409F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952C80D7-048D-4658-A5FE-B698CC4E42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4A82C20A-8FDC-4735-9608-AD288081F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EFB7CA94-32F3-403F-9F2B-1E2F701EE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066606C-4588-4163-AD08-3AC140409A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8565D18-023F-46E0-B825-199BFEAD6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6F96FBB7-2ED0-47E0-9016-421EC9D3D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7CFFB9F2-9F7C-43A4-A9E6-1EE70C00B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0421F39C-6A35-4CF1-8E72-2A897C1F8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ADA5561C-BFBA-4EA2-8A59-2910A2CDF8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B9F79817-A1A8-459C-A1DA-1639CC4EF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730C5931-2980-4D21-A6AF-33BBB2B4A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130F5F5-6F7C-41EE-8CBB-1D0839C6FC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6671993A-EC69-4341-90B1-F23F6EA5A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D56C4EAD-EE30-43C6-99BC-D4CB4EE9E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00981292-8C2D-477F-BFC1-A0C971DE4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5EB673EB-AAA5-41CD-BD9E-19C05381C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BF0F0673-73C3-44AE-9E98-EE65ADB27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0908B8D8-11C7-4C6B-9642-2AAD37E24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FF2F92D7-98B0-4E76-B8C6-AADDDBFCC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5EC8DDD7-9501-4B67-9C31-6D5930A2B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57BD5C40-C542-47FD-9C2B-EE136CB979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D4CE941A-9B71-4C39-B230-20A18D89B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3718F172-45D8-46D9-A359-D8A51BE64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151EDA59-37F4-47C4-9579-A4EE16156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FCF25555-9B27-45F5-BDE8-EC65FC7B9D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E18D4CBF-5079-4BCF-996F-48C5BD1DC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599F779A-FDDF-4E15-A19E-D734C95A5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98510558-1546-41C7-819E-0C4056E54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B371F762-3D9D-459C-AC86-3183843A4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CDECEFE0-53BB-47FB-97D7-AE0B0E3198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3D7521B5-463A-40A3-BE61-B1CAE3307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6A3596C1-0483-4496-8755-DB608479D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89261538-C799-4246-B1B3-B3F5B09A0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7FDE36D9-78E7-44D9-BC0F-1BAFDE5B3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DB9D93E5-4ECA-4C24-9FF6-AC81334279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C35E97-1F66-4BFD-AE92-7EBC84F1D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C6BF299A-A3D1-430D-80FF-B080C6FC6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9E7CF736-D3DE-4C5E-AA1F-DC4C8AA3AF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D396DF6B-432E-4903-B1AA-D3531FF8A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1ECDFD65-3965-4589-A4C2-16510946F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CA8C54E5-84FF-4F13-AA46-FED8E8DADB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BECA2236-A9B4-439E-9BAB-56AE965F6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E9441778-3D1A-4F75-A5A1-7214DAFB1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9B9AA094-8F15-4A0C-AA38-346BD5DDC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119958CA-594A-4498-84BE-F61BFC580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FDFCE354-2B72-4480-97DE-E882906FDF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BC973E6C-6BC5-4FF1-8ECA-8615973121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D64FCB3C-7129-40FC-B584-150E5E62F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E211C60F-B3FE-47DD-BD11-D33173634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0D3EA065-68A6-4DD0-99BA-645480D4A4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2B6AC294-B9BA-4C59-B08A-53548D610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95F31034-2EF3-4F10-85B8-454316F2B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AA87A0E7-AF0B-4A66-AFF6-689E7D3883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0D8E5EAF-B0C7-4E80-92EF-0209B4FE7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FAA01C3F-AD71-4F07-8664-821309948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A30EC962-F7C8-4F17-A8EB-8EC64ADEF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FA0DA527-FFEF-4AB6-B38F-FDF228D5B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FAB5776C-CF29-46E0-9A73-03A318AE6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45572D84-640D-47CC-A862-6DCF1A73E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0F9CD199-6195-4F64-9E22-94AD9D7600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35BC72FF-17EE-425A-B62A-2E024A6D7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6F3AB89-E7FF-4C05-9243-32DF9B4DF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DABD659D-3754-4F63-9C8D-54AB1549E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C9DF2EF3-55C8-4745-9F55-24B60215D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13C67022-CC78-4114-891A-C34637A61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A0F93252-C331-4CBB-B4F8-6B12B3903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7F4537F3-EDF5-4626-AFBE-4488E0140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3848604B-6F7A-4A76-96F8-6B7BE1FE8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73D47B0C-A018-4B2C-898B-2391FC845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03DD4A89-CBC7-4BEE-AF16-D76807C08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E63C3831-F632-40D9-84E9-FEDA73C6B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5D39FEFA-CF2D-47D2-A180-417199AE8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987F2FB4-CAFE-4018-A06E-5BAB572FF7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9C990CED-1FA9-4850-8469-146002770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95BF6636-258D-497B-ABBF-1813F114B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27D9B40C-72EA-4EFC-B711-9F7828061E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454702A9-BABD-4005-8B4D-991D3CFBE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1E860B77-3AB6-46A1-9CE3-37D976AF4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292ABAA7-B221-4C32-8F87-ABBAE21AD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81D416EA-36C9-4DC6-A012-0C0F3FDF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A7F4DF81-59CD-4438-AA36-8F1BCCF97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77C64A27-32D1-40C4-B94F-1093B6DE6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4797AB82-41AF-4856-AFC1-222C6DBC7B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80C1D340-365C-4212-A0FE-D7D06095B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3493915A-115F-4720-86A4-853B73230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2B7C4C77-1BED-4D31-8452-96E6F6B2A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98B04703-29C2-4A3B-AF19-7434D788E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6557C845-906D-43D8-92DE-72EF460687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55858061-043C-4334-BFCE-D9F77366A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5B825429-701A-43D0-83FA-2AF61D842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A633109C-AACA-40CF-B41E-488FD4884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F7558F3F-5D90-45F4-AA12-07ED3A519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451DD258-CE67-424A-BF5B-AFFA82B56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4400BE62-7130-4D75-B3AB-AA78B0224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22DE0A40-C470-4BF2-86BE-950D01B0C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FD0A8776-E748-4D71-999B-FF5213CB4F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9868C751-1379-453B-AC78-C61BCDFD7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AB5E0827-B184-45E4-BE8A-A6E9B4456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528E9365-B34E-471B-B5F5-7D7AA0226C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E32C453C-483A-468F-8AE5-9653EE06C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8206E38D-8DBE-4126-8CAC-F737F5835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ED5D9B69-81D5-4D7D-875B-4E07EC457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E5212BDC-A49B-4150-8C9A-BFD08D9E1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D8A2BE4D-B38F-4C4C-A82F-FABB3DE999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94EFD994-9359-4615-BFA9-DFCC942FE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4205EAC6-6E11-4106-A079-7E9F2F62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EDDCF5F4-CA05-4922-AF4B-F9629D6F3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09113CF3-AB25-42A2-8DE0-735C1F40C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FB5092A3-B3FA-4AC8-82C3-FA386B848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08F8F5D2-8958-4ED5-94E8-B4AB9F442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87D2E7CC-7DFE-42C8-9E78-44777D7B9C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6E57A90F-A41A-4C97-8EA3-ADD911EDD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B9C217A0-4087-4422-8635-C74D0B13A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9C0E89CF-75CB-4D42-9E44-ADF284D84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5564F9F3-0D82-4874-9440-38F3AF917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8E318789-20ED-497A-AFEB-3280B07AB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F2256C04-2807-49A4-93C3-95542421D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14FBD6ED-2E68-4F38-BF88-DC75DAECA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AF7BF2B0-9477-4227-9CDB-98E8AF7C1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7B6B9DAA-B992-45AD-A992-9CDFB41B9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8DE418D1-D67F-4FD8-BA49-CC986A712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39AB1E1F-243A-489C-8753-69078993E9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F5E4BFF9-A8A8-4B08-AC59-228B81E02A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D3D80DFA-96DF-4CD6-B136-557368FF3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1ED3E86E-8BEE-463D-A646-180ABD21F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ADD483A5-049C-4EBA-B2D1-910117903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1116FEF0-D89A-43D8-B160-04E86A39F6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517D6EEA-1BB1-4EC1-87B7-2CAFBE348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2EBD1224-D8F1-4976-BE1F-B4ABB071A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DEBB9B87-CACC-4819-BEFA-C8A0C1AF2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5259DF1F-DEAD-492D-AFEE-BA7BB1A7E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D3573A36-F1A6-4532-829C-AE49B7CE2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F1A8D26A-350C-45FE-AA87-4AC5C0568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5044A982-3E0F-4D17-9104-27E2D2D2F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68EB580A-7544-41A1-AE10-5C52B00FB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65DBF4F2-4158-4DA7-AF14-7F9DDF07BF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F43513B1-0D48-4482-AA4E-2046DE5854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AC04BF60-8F64-4663-A8B4-D8BC1943B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1B9A4999-4058-4260-B3D7-A8B6C1361B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99FCBE72-DC7B-42FD-B59A-E1714802EA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2FC3A23A-4EDB-4DD4-B293-746E0255A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3380209D-04B3-28C7-B812-081D8ADE143E}"/>
              </a:ext>
            </a:extLst>
          </p:cNvPr>
          <p:cNvSpPr>
            <a:spLocks noGrp="1"/>
          </p:cNvSpPr>
          <p:nvPr>
            <p:ph idx="1"/>
          </p:nvPr>
        </p:nvSpPr>
        <p:spPr>
          <a:xfrm>
            <a:off x="6148135" y="1786671"/>
            <a:ext cx="4974771" cy="3810301"/>
          </a:xfrm>
        </p:spPr>
        <p:txBody>
          <a:bodyPr anchor="t">
            <a:normAutofit/>
          </a:bodyPr>
          <a:lstStyle/>
          <a:p>
            <a:pPr marL="0" indent="0">
              <a:buNone/>
            </a:pPr>
            <a:endParaRPr lang="en-US" dirty="0">
              <a:solidFill>
                <a:schemeClr val="bg1"/>
              </a:solidFill>
            </a:endParaRPr>
          </a:p>
          <a:p>
            <a:pPr marL="0" indent="0">
              <a:buNone/>
            </a:pPr>
            <a:r>
              <a:rPr lang="en-US" sz="3200" b="1" dirty="0">
                <a:solidFill>
                  <a:schemeClr val="bg1"/>
                </a:solidFill>
              </a:rPr>
              <a:t>Predictive Analytics Platform  for  INSURECO</a:t>
            </a:r>
          </a:p>
          <a:p>
            <a:pPr marL="0" indent="0">
              <a:buNone/>
            </a:pPr>
            <a:r>
              <a:rPr lang="en-US" dirty="0">
                <a:solidFill>
                  <a:schemeClr val="bg1"/>
                </a:solidFill>
              </a:rPr>
              <a:t> </a:t>
            </a:r>
          </a:p>
          <a:p>
            <a:pPr marL="0" indent="0">
              <a:buNone/>
            </a:pPr>
            <a:r>
              <a:rPr lang="en-US" b="1" i="1" dirty="0">
                <a:solidFill>
                  <a:schemeClr val="bg1"/>
                </a:solidFill>
              </a:rPr>
              <a:t>Transforming Fraud Detection Through Data Intelligence</a:t>
            </a:r>
          </a:p>
        </p:txBody>
      </p:sp>
      <p:sp>
        <p:nvSpPr>
          <p:cNvPr id="6" name="TextBox 5">
            <a:extLst>
              <a:ext uri="{FF2B5EF4-FFF2-40B4-BE49-F238E27FC236}">
                <a16:creationId xmlns:a16="http://schemas.microsoft.com/office/drawing/2014/main" id="{C561A743-C8A9-8D80-D59E-EE773FB3FD65}"/>
              </a:ext>
            </a:extLst>
          </p:cNvPr>
          <p:cNvSpPr txBox="1"/>
          <p:nvPr/>
        </p:nvSpPr>
        <p:spPr>
          <a:xfrm>
            <a:off x="2231125" y="646547"/>
            <a:ext cx="3019290" cy="3046988"/>
          </a:xfrm>
          <a:prstGeom prst="rect">
            <a:avLst/>
          </a:prstGeom>
          <a:noFill/>
        </p:spPr>
        <p:txBody>
          <a:bodyPr wrap="square">
            <a:spAutoFit/>
          </a:bodyPr>
          <a:lstStyle/>
          <a:p>
            <a:pPr algn="ctr"/>
            <a:r>
              <a:rPr lang="en-US" sz="3200" b="1" dirty="0">
                <a:solidFill>
                  <a:schemeClr val="bg1"/>
                </a:solidFill>
              </a:rPr>
              <a:t>VEHICLE INSURANCE FRAUD DETECTION SOLUTION</a:t>
            </a:r>
            <a:br>
              <a:rPr lang="en-US" sz="3200" b="1" dirty="0">
                <a:solidFill>
                  <a:schemeClr val="bg1"/>
                </a:solidFill>
              </a:rPr>
            </a:br>
            <a:endParaRPr lang="en-US" sz="3200" b="1" dirty="0"/>
          </a:p>
        </p:txBody>
      </p:sp>
    </p:spTree>
    <p:extLst>
      <p:ext uri="{BB962C8B-B14F-4D97-AF65-F5344CB8AC3E}">
        <p14:creationId xmlns:p14="http://schemas.microsoft.com/office/powerpoint/2010/main" val="3192072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alpha val="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E4A94A9-14E8-DE62-FED6-F304F4682FDD}"/>
              </a:ext>
            </a:extLst>
          </p:cNvPr>
          <p:cNvGraphicFramePr>
            <a:graphicFrameLocks noGrp="1"/>
          </p:cNvGraphicFramePr>
          <p:nvPr>
            <p:ph idx="1"/>
            <p:extLst>
              <p:ext uri="{D42A27DB-BD31-4B8C-83A1-F6EECF244321}">
                <p14:modId xmlns:p14="http://schemas.microsoft.com/office/powerpoint/2010/main" val="2840051961"/>
              </p:ext>
            </p:extLst>
          </p:nvPr>
        </p:nvGraphicFramePr>
        <p:xfrm>
          <a:off x="-1" y="2013317"/>
          <a:ext cx="11698608" cy="2018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FC7099-A068-5336-2F25-19BB8A2B2818}"/>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About InsureCo</a:t>
            </a:r>
          </a:p>
        </p:txBody>
      </p:sp>
      <p:pic>
        <p:nvPicPr>
          <p:cNvPr id="319" name="Graphic 318" descr="Customer review outline">
            <a:extLst>
              <a:ext uri="{FF2B5EF4-FFF2-40B4-BE49-F238E27FC236}">
                <a16:creationId xmlns:a16="http://schemas.microsoft.com/office/drawing/2014/main" id="{599BABE8-FA4F-BF33-8B7C-141D7313761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77912" y="4194000"/>
            <a:ext cx="2315135" cy="2315135"/>
          </a:xfrm>
          <a:prstGeom prst="rect">
            <a:avLst/>
          </a:prstGeom>
        </p:spPr>
      </p:pic>
      <p:pic>
        <p:nvPicPr>
          <p:cNvPr id="6" name="Picture 5" descr="A black background with a black square&#10;&#10;AI-generated content may be incorrect.">
            <a:extLst>
              <a:ext uri="{FF2B5EF4-FFF2-40B4-BE49-F238E27FC236}">
                <a16:creationId xmlns:a16="http://schemas.microsoft.com/office/drawing/2014/main" id="{D0E1B187-50AC-BD06-C879-56BA63C7B8D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61149" y="2206359"/>
            <a:ext cx="650982" cy="650982"/>
          </a:xfrm>
          <a:prstGeom prst="rect">
            <a:avLst/>
          </a:prstGeom>
          <a:solidFill>
            <a:schemeClr val="bg1"/>
          </a:solidFill>
          <a:ln>
            <a:solidFill>
              <a:schemeClr val="bg1"/>
            </a:solidFill>
          </a:ln>
        </p:spPr>
      </p:pic>
      <p:pic>
        <p:nvPicPr>
          <p:cNvPr id="3" name="Graphic 2" descr="Flower with solid fill">
            <a:extLst>
              <a:ext uri="{FF2B5EF4-FFF2-40B4-BE49-F238E27FC236}">
                <a16:creationId xmlns:a16="http://schemas.microsoft.com/office/drawing/2014/main" id="{74A00F6C-DB20-6A73-A6C7-3276894B8AF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05789" y="386911"/>
            <a:ext cx="629690" cy="613728"/>
          </a:xfrm>
          <a:prstGeom prst="rect">
            <a:avLst/>
          </a:prstGeom>
        </p:spPr>
      </p:pic>
    </p:spTree>
    <p:extLst>
      <p:ext uri="{BB962C8B-B14F-4D97-AF65-F5344CB8AC3E}">
        <p14:creationId xmlns:p14="http://schemas.microsoft.com/office/powerpoint/2010/main" val="1991527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a:extLst>
            <a:ext uri="{FF2B5EF4-FFF2-40B4-BE49-F238E27FC236}">
              <a16:creationId xmlns:a16="http://schemas.microsoft.com/office/drawing/2014/main" id="{72AAE3E1-5F90-E083-24D7-F47267396C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232EE01-BB23-32ED-4667-BF8647286980}"/>
              </a:ext>
            </a:extLst>
          </p:cNvPr>
          <p:cNvSpPr txBox="1"/>
          <p:nvPr/>
        </p:nvSpPr>
        <p:spPr>
          <a:xfrm rot="16200000">
            <a:off x="-1502009" y="2720660"/>
            <a:ext cx="587460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200" b="1" dirty="0">
                <a:solidFill>
                  <a:srgbClr val="000000"/>
                </a:solidFill>
              </a:rPr>
              <a:t> </a:t>
            </a:r>
            <a:r>
              <a:rPr lang="en-US" sz="7200" b="1" dirty="0">
                <a:solidFill>
                  <a:schemeClr val="bg1"/>
                </a:solidFill>
              </a:rPr>
              <a:t>Challenges</a:t>
            </a:r>
            <a:endParaRPr lang="en-US" sz="6000" b="1" dirty="0">
              <a:solidFill>
                <a:schemeClr val="bg1"/>
              </a:solidFill>
            </a:endParaRPr>
          </a:p>
        </p:txBody>
      </p:sp>
      <p:sp>
        <p:nvSpPr>
          <p:cNvPr id="4" name="TextBox 3">
            <a:extLst>
              <a:ext uri="{FF2B5EF4-FFF2-40B4-BE49-F238E27FC236}">
                <a16:creationId xmlns:a16="http://schemas.microsoft.com/office/drawing/2014/main" id="{6AD780B2-3D52-7EFB-D0ED-1591AD7309CB}"/>
              </a:ext>
            </a:extLst>
          </p:cNvPr>
          <p:cNvSpPr txBox="1"/>
          <p:nvPr/>
        </p:nvSpPr>
        <p:spPr>
          <a:xfrm>
            <a:off x="4509247" y="4034188"/>
            <a:ext cx="6096000" cy="584775"/>
          </a:xfrm>
          <a:prstGeom prst="rect">
            <a:avLst/>
          </a:prstGeom>
          <a:noFill/>
        </p:spPr>
        <p:txBody>
          <a:bodyPr wrap="square">
            <a:spAutoFit/>
          </a:bodyPr>
          <a:lstStyle/>
          <a:p>
            <a:r>
              <a:rPr lang="en-US" sz="3200" dirty="0">
                <a:solidFill>
                  <a:schemeClr val="bg1"/>
                </a:solidFill>
                <a:ea typeface="+mn-lt"/>
                <a:cs typeface="+mn-lt"/>
              </a:rPr>
              <a:t>Falsified Medical Reports</a:t>
            </a:r>
            <a:endParaRPr lang="en-US" sz="3200" dirty="0">
              <a:solidFill>
                <a:schemeClr val="bg1"/>
              </a:solidFill>
            </a:endParaRPr>
          </a:p>
        </p:txBody>
      </p:sp>
      <p:sp>
        <p:nvSpPr>
          <p:cNvPr id="8" name="TextBox 7">
            <a:extLst>
              <a:ext uri="{FF2B5EF4-FFF2-40B4-BE49-F238E27FC236}">
                <a16:creationId xmlns:a16="http://schemas.microsoft.com/office/drawing/2014/main" id="{FA45AD99-D5A0-3A0A-14C6-2CBB2AFECAEC}"/>
              </a:ext>
            </a:extLst>
          </p:cNvPr>
          <p:cNvSpPr txBox="1"/>
          <p:nvPr/>
        </p:nvSpPr>
        <p:spPr>
          <a:xfrm>
            <a:off x="4489582" y="1598075"/>
            <a:ext cx="3952567" cy="584775"/>
          </a:xfrm>
          <a:prstGeom prst="rect">
            <a:avLst/>
          </a:prstGeom>
          <a:noFill/>
        </p:spPr>
        <p:txBody>
          <a:bodyPr wrap="square">
            <a:spAutoFit/>
          </a:bodyPr>
          <a:lstStyle/>
          <a:p>
            <a:r>
              <a:rPr lang="en-US" sz="3200" dirty="0">
                <a:solidFill>
                  <a:schemeClr val="bg1"/>
                </a:solidFill>
                <a:ea typeface="+mn-lt"/>
                <a:cs typeface="+mn-lt"/>
              </a:rPr>
              <a:t>Inflated Repair Bills</a:t>
            </a:r>
            <a:endParaRPr lang="en-US" sz="3200" dirty="0">
              <a:solidFill>
                <a:schemeClr val="bg1"/>
              </a:solidFill>
            </a:endParaRPr>
          </a:p>
        </p:txBody>
      </p:sp>
      <p:sp>
        <p:nvSpPr>
          <p:cNvPr id="10" name="TextBox 9">
            <a:extLst>
              <a:ext uri="{FF2B5EF4-FFF2-40B4-BE49-F238E27FC236}">
                <a16:creationId xmlns:a16="http://schemas.microsoft.com/office/drawing/2014/main" id="{ECB84037-07AC-75DE-8144-CE46B8FD8B49}"/>
              </a:ext>
            </a:extLst>
          </p:cNvPr>
          <p:cNvSpPr txBox="1"/>
          <p:nvPr/>
        </p:nvSpPr>
        <p:spPr>
          <a:xfrm>
            <a:off x="4509247" y="2736049"/>
            <a:ext cx="6096000" cy="584775"/>
          </a:xfrm>
          <a:prstGeom prst="rect">
            <a:avLst/>
          </a:prstGeom>
          <a:noFill/>
        </p:spPr>
        <p:txBody>
          <a:bodyPr wrap="square">
            <a:spAutoFit/>
          </a:bodyPr>
          <a:lstStyle/>
          <a:p>
            <a:r>
              <a:rPr lang="en-US" sz="3200" dirty="0">
                <a:solidFill>
                  <a:schemeClr val="bg1"/>
                </a:solidFill>
                <a:ea typeface="+mn-lt"/>
                <a:cs typeface="+mn-lt"/>
              </a:rPr>
              <a:t>Staged Accidents</a:t>
            </a:r>
            <a:endParaRPr lang="en-US" sz="3200" dirty="0">
              <a:solidFill>
                <a:schemeClr val="bg1"/>
              </a:solidFill>
            </a:endParaRPr>
          </a:p>
        </p:txBody>
      </p:sp>
      <p:sp>
        <p:nvSpPr>
          <p:cNvPr id="11" name="TextBox 10">
            <a:extLst>
              <a:ext uri="{FF2B5EF4-FFF2-40B4-BE49-F238E27FC236}">
                <a16:creationId xmlns:a16="http://schemas.microsoft.com/office/drawing/2014/main" id="{3CFF3461-7466-0151-43A3-CDCDABD70154}"/>
              </a:ext>
            </a:extLst>
          </p:cNvPr>
          <p:cNvSpPr txBox="1"/>
          <p:nvPr/>
        </p:nvSpPr>
        <p:spPr>
          <a:xfrm>
            <a:off x="4489582" y="5405355"/>
            <a:ext cx="6096000" cy="584775"/>
          </a:xfrm>
          <a:prstGeom prst="rect">
            <a:avLst/>
          </a:prstGeom>
          <a:noFill/>
        </p:spPr>
        <p:txBody>
          <a:bodyPr wrap="square">
            <a:spAutoFit/>
          </a:bodyPr>
          <a:lstStyle/>
          <a:p>
            <a:r>
              <a:rPr lang="en-US" sz="3200" dirty="0">
                <a:solidFill>
                  <a:schemeClr val="bg1"/>
                </a:solidFill>
                <a:ea typeface="+mn-lt"/>
                <a:cs typeface="+mn-lt"/>
              </a:rPr>
              <a:t>Falsified Repair Reports</a:t>
            </a:r>
            <a:endParaRPr lang="en-US" sz="3200" dirty="0">
              <a:solidFill>
                <a:schemeClr val="bg1"/>
              </a:solidFill>
            </a:endParaRPr>
          </a:p>
        </p:txBody>
      </p:sp>
      <p:pic>
        <p:nvPicPr>
          <p:cNvPr id="13" name="Graphic 12" descr="Money outline">
            <a:extLst>
              <a:ext uri="{FF2B5EF4-FFF2-40B4-BE49-F238E27FC236}">
                <a16:creationId xmlns:a16="http://schemas.microsoft.com/office/drawing/2014/main" id="{82EB220D-B16F-EAFA-111A-439F5B0131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70903" y="1433263"/>
            <a:ext cx="914400" cy="914400"/>
          </a:xfrm>
          <a:prstGeom prst="rect">
            <a:avLst/>
          </a:prstGeom>
        </p:spPr>
      </p:pic>
      <p:pic>
        <p:nvPicPr>
          <p:cNvPr id="15" name="Graphic 14" descr="Crash with solid fill">
            <a:extLst>
              <a:ext uri="{FF2B5EF4-FFF2-40B4-BE49-F238E27FC236}">
                <a16:creationId xmlns:a16="http://schemas.microsoft.com/office/drawing/2014/main" id="{46642B74-9710-E72B-26DA-220FE17C12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70902" y="2406423"/>
            <a:ext cx="1037303" cy="1037303"/>
          </a:xfrm>
          <a:prstGeom prst="rect">
            <a:avLst/>
          </a:prstGeom>
        </p:spPr>
      </p:pic>
      <p:pic>
        <p:nvPicPr>
          <p:cNvPr id="17" name="Graphic 16" descr="Document with solid fill">
            <a:extLst>
              <a:ext uri="{FF2B5EF4-FFF2-40B4-BE49-F238E27FC236}">
                <a16:creationId xmlns:a16="http://schemas.microsoft.com/office/drawing/2014/main" id="{607DF471-0DF1-8CA1-A373-255AB1BA6EC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43863" y="5240543"/>
            <a:ext cx="914400" cy="914400"/>
          </a:xfrm>
          <a:prstGeom prst="rect">
            <a:avLst/>
          </a:prstGeom>
        </p:spPr>
      </p:pic>
      <p:pic>
        <p:nvPicPr>
          <p:cNvPr id="19" name="Graphic 18" descr="Medicine with solid fill">
            <a:extLst>
              <a:ext uri="{FF2B5EF4-FFF2-40B4-BE49-F238E27FC236}">
                <a16:creationId xmlns:a16="http://schemas.microsoft.com/office/drawing/2014/main" id="{12BF03C7-4460-2D3E-8E9E-94DFD10E743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94702" y="3854158"/>
            <a:ext cx="914400" cy="914400"/>
          </a:xfrm>
          <a:prstGeom prst="rect">
            <a:avLst/>
          </a:prstGeom>
        </p:spPr>
      </p:pic>
      <p:sp>
        <p:nvSpPr>
          <p:cNvPr id="20" name="Rectangle 19">
            <a:extLst>
              <a:ext uri="{FF2B5EF4-FFF2-40B4-BE49-F238E27FC236}">
                <a16:creationId xmlns:a16="http://schemas.microsoft.com/office/drawing/2014/main" id="{BC608302-6941-5CCA-584D-B0522C005177}"/>
              </a:ext>
            </a:extLst>
          </p:cNvPr>
          <p:cNvSpPr/>
          <p:nvPr/>
        </p:nvSpPr>
        <p:spPr>
          <a:xfrm>
            <a:off x="0" y="-10024"/>
            <a:ext cx="12192000" cy="914400"/>
          </a:xfrm>
          <a:prstGeom prst="rect">
            <a:avLst/>
          </a:prstGeom>
          <a:gradFill>
            <a:gsLst>
              <a:gs pos="0">
                <a:schemeClr val="tx2">
                  <a:lumMod val="75000"/>
                  <a:lumOff val="25000"/>
                </a:schemeClr>
              </a:gs>
              <a:gs pos="6000">
                <a:schemeClr val="accent1">
                  <a:lumMod val="45000"/>
                  <a:lumOff val="55000"/>
                </a:schemeClr>
              </a:gs>
              <a:gs pos="0">
                <a:schemeClr val="accent1">
                  <a:lumMod val="45000"/>
                  <a:lumOff val="55000"/>
                </a:schemeClr>
              </a:gs>
              <a:gs pos="100000">
                <a:schemeClr val="accent4">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t>Vehicle Fraudulent Claims</a:t>
            </a:r>
          </a:p>
        </p:txBody>
      </p:sp>
    </p:spTree>
    <p:extLst>
      <p:ext uri="{BB962C8B-B14F-4D97-AF65-F5344CB8AC3E}">
        <p14:creationId xmlns:p14="http://schemas.microsoft.com/office/powerpoint/2010/main" val="3997033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E6A948-3038-519B-2956-B3FBD59D3CE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F45F5E86-B6EC-8988-2051-E3A70F2DD70B}"/>
              </a:ext>
            </a:extLst>
          </p:cNvPr>
          <p:cNvSpPr/>
          <p:nvPr/>
        </p:nvSpPr>
        <p:spPr>
          <a:xfrm>
            <a:off x="0" y="-10024"/>
            <a:ext cx="12192000" cy="914400"/>
          </a:xfrm>
          <a:prstGeom prst="rect">
            <a:avLst/>
          </a:prstGeom>
          <a:gradFill>
            <a:gsLst>
              <a:gs pos="0">
                <a:schemeClr val="tx2">
                  <a:lumMod val="75000"/>
                  <a:lumOff val="25000"/>
                </a:schemeClr>
              </a:gs>
              <a:gs pos="6000">
                <a:schemeClr val="accent1">
                  <a:lumMod val="45000"/>
                  <a:lumOff val="55000"/>
                </a:schemeClr>
              </a:gs>
              <a:gs pos="0">
                <a:schemeClr val="accent1">
                  <a:lumMod val="45000"/>
                  <a:lumOff val="55000"/>
                </a:schemeClr>
              </a:gs>
              <a:gs pos="100000">
                <a:schemeClr val="accent4">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Effect Of Vehicle Fraudulent Claims</a:t>
            </a:r>
          </a:p>
        </p:txBody>
      </p:sp>
      <p:graphicFrame>
        <p:nvGraphicFramePr>
          <p:cNvPr id="3" name="Diagram 2">
            <a:extLst>
              <a:ext uri="{FF2B5EF4-FFF2-40B4-BE49-F238E27FC236}">
                <a16:creationId xmlns:a16="http://schemas.microsoft.com/office/drawing/2014/main" id="{910EB314-78D9-5532-1F63-EB5F5C360AA7}"/>
              </a:ext>
            </a:extLst>
          </p:cNvPr>
          <p:cNvGraphicFramePr/>
          <p:nvPr>
            <p:extLst>
              <p:ext uri="{D42A27DB-BD31-4B8C-83A1-F6EECF244321}">
                <p14:modId xmlns:p14="http://schemas.microsoft.com/office/powerpoint/2010/main" val="3002972531"/>
              </p:ext>
            </p:extLst>
          </p:nvPr>
        </p:nvGraphicFramePr>
        <p:xfrm>
          <a:off x="3595335" y="129977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reeform: Shape 5">
            <a:extLst>
              <a:ext uri="{FF2B5EF4-FFF2-40B4-BE49-F238E27FC236}">
                <a16:creationId xmlns:a16="http://schemas.microsoft.com/office/drawing/2014/main" id="{6B954EBB-4223-7BF6-5F83-226F3A15E3D3}"/>
              </a:ext>
            </a:extLst>
          </p:cNvPr>
          <p:cNvSpPr/>
          <p:nvPr/>
        </p:nvSpPr>
        <p:spPr>
          <a:xfrm>
            <a:off x="468665" y="2694038"/>
            <a:ext cx="3185652" cy="3041170"/>
          </a:xfrm>
          <a:custGeom>
            <a:avLst/>
            <a:gdLst>
              <a:gd name="connsiteX0" fmla="*/ 1592826 w 3185652"/>
              <a:gd name="connsiteY0" fmla="*/ 299883 h 3041170"/>
              <a:gd name="connsiteX1" fmla="*/ 439006 w 3185652"/>
              <a:gd name="connsiteY1" fmla="*/ 1520584 h 3041170"/>
              <a:gd name="connsiteX2" fmla="*/ 1592826 w 3185652"/>
              <a:gd name="connsiteY2" fmla="*/ 2741285 h 3041170"/>
              <a:gd name="connsiteX3" fmla="*/ 2746646 w 3185652"/>
              <a:gd name="connsiteY3" fmla="*/ 1520584 h 3041170"/>
              <a:gd name="connsiteX4" fmla="*/ 1592826 w 3185652"/>
              <a:gd name="connsiteY4" fmla="*/ 299883 h 3041170"/>
              <a:gd name="connsiteX5" fmla="*/ 1592826 w 3185652"/>
              <a:gd name="connsiteY5" fmla="*/ 0 h 3041170"/>
              <a:gd name="connsiteX6" fmla="*/ 3185652 w 3185652"/>
              <a:gd name="connsiteY6" fmla="*/ 1520585 h 3041170"/>
              <a:gd name="connsiteX7" fmla="*/ 1592826 w 3185652"/>
              <a:gd name="connsiteY7" fmla="*/ 3041170 h 3041170"/>
              <a:gd name="connsiteX8" fmla="*/ 0 w 3185652"/>
              <a:gd name="connsiteY8" fmla="*/ 1520585 h 3041170"/>
              <a:gd name="connsiteX9" fmla="*/ 1592826 w 3185652"/>
              <a:gd name="connsiteY9" fmla="*/ 0 h 3041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85652" h="3041170">
                <a:moveTo>
                  <a:pt x="1592826" y="299883"/>
                </a:moveTo>
                <a:cubicBezTo>
                  <a:pt x="955589" y="299883"/>
                  <a:pt x="439006" y="846409"/>
                  <a:pt x="439006" y="1520584"/>
                </a:cubicBezTo>
                <a:cubicBezTo>
                  <a:pt x="439006" y="2194759"/>
                  <a:pt x="955589" y="2741285"/>
                  <a:pt x="1592826" y="2741285"/>
                </a:cubicBezTo>
                <a:cubicBezTo>
                  <a:pt x="2230063" y="2741285"/>
                  <a:pt x="2746646" y="2194759"/>
                  <a:pt x="2746646" y="1520584"/>
                </a:cubicBezTo>
                <a:cubicBezTo>
                  <a:pt x="2746646" y="846409"/>
                  <a:pt x="2230063" y="299883"/>
                  <a:pt x="1592826" y="299883"/>
                </a:cubicBezTo>
                <a:close/>
                <a:moveTo>
                  <a:pt x="1592826" y="0"/>
                </a:moveTo>
                <a:cubicBezTo>
                  <a:pt x="2472520" y="0"/>
                  <a:pt x="3185652" y="680789"/>
                  <a:pt x="3185652" y="1520585"/>
                </a:cubicBezTo>
                <a:cubicBezTo>
                  <a:pt x="3185652" y="2360381"/>
                  <a:pt x="2472520" y="3041170"/>
                  <a:pt x="1592826" y="3041170"/>
                </a:cubicBezTo>
                <a:cubicBezTo>
                  <a:pt x="713132" y="3041170"/>
                  <a:pt x="0" y="2360381"/>
                  <a:pt x="0" y="1520585"/>
                </a:cubicBezTo>
                <a:cubicBezTo>
                  <a:pt x="0" y="680789"/>
                  <a:pt x="713132" y="0"/>
                  <a:pt x="1592826" y="0"/>
                </a:cubicBezTo>
                <a:close/>
              </a:path>
            </a:pathLst>
          </a:custGeom>
          <a:effectLst>
            <a:glow rad="228600">
              <a:schemeClr val="accent1">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8BCC54BE-96CD-2706-DD4C-9D27EEE1AB3F}"/>
              </a:ext>
            </a:extLst>
          </p:cNvPr>
          <p:cNvSpPr txBox="1"/>
          <p:nvPr/>
        </p:nvSpPr>
        <p:spPr>
          <a:xfrm>
            <a:off x="1081549" y="3832464"/>
            <a:ext cx="1769808" cy="923330"/>
          </a:xfrm>
          <a:prstGeom prst="rect">
            <a:avLst/>
          </a:prstGeom>
          <a:noFill/>
        </p:spPr>
        <p:txBody>
          <a:bodyPr wrap="square" rtlCol="0">
            <a:spAutoFit/>
          </a:bodyPr>
          <a:lstStyle/>
          <a:p>
            <a:pPr algn="ctr"/>
            <a:r>
              <a:rPr lang="en-US" b="1" dirty="0"/>
              <a:t>10 to 15%</a:t>
            </a:r>
          </a:p>
          <a:p>
            <a:pPr algn="ctr"/>
            <a:r>
              <a:rPr lang="en-US" b="1" dirty="0"/>
              <a:t> Fraudulent Payout</a:t>
            </a:r>
          </a:p>
        </p:txBody>
      </p:sp>
    </p:spTree>
    <p:extLst>
      <p:ext uri="{BB962C8B-B14F-4D97-AF65-F5344CB8AC3E}">
        <p14:creationId xmlns:p14="http://schemas.microsoft.com/office/powerpoint/2010/main" val="3202370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5C1E68E9-9C10-B045-2482-7D625C011AF5}"/>
              </a:ext>
            </a:extLst>
          </p:cNvPr>
          <p:cNvGrpSpPr/>
          <p:nvPr/>
        </p:nvGrpSpPr>
        <p:grpSpPr>
          <a:xfrm>
            <a:off x="88046" y="3337843"/>
            <a:ext cx="6455228" cy="2408903"/>
            <a:chOff x="112720" y="2320413"/>
            <a:chExt cx="6455228" cy="2408903"/>
          </a:xfrm>
        </p:grpSpPr>
        <p:sp>
          <p:nvSpPr>
            <p:cNvPr id="4" name="Rectangle: Rounded Corners 3">
              <a:extLst>
                <a:ext uri="{FF2B5EF4-FFF2-40B4-BE49-F238E27FC236}">
                  <a16:creationId xmlns:a16="http://schemas.microsoft.com/office/drawing/2014/main" id="{3F3B5F28-C196-FDAD-1CD1-157C881515AB}"/>
                </a:ext>
              </a:extLst>
            </p:cNvPr>
            <p:cNvSpPr/>
            <p:nvPr/>
          </p:nvSpPr>
          <p:spPr>
            <a:xfrm>
              <a:off x="2196927" y="2320413"/>
              <a:ext cx="2286814" cy="5532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Chief Risk Officer</a:t>
              </a:r>
            </a:p>
          </p:txBody>
        </p:sp>
        <p:sp>
          <p:nvSpPr>
            <p:cNvPr id="5" name="Rectangle: Rounded Corners 4">
              <a:extLst>
                <a:ext uri="{FF2B5EF4-FFF2-40B4-BE49-F238E27FC236}">
                  <a16:creationId xmlns:a16="http://schemas.microsoft.com/office/drawing/2014/main" id="{6E4EB081-AD60-4ED3-05D0-A9AE83C0954F}"/>
                </a:ext>
              </a:extLst>
            </p:cNvPr>
            <p:cNvSpPr/>
            <p:nvPr/>
          </p:nvSpPr>
          <p:spPr>
            <a:xfrm>
              <a:off x="4718412" y="4102697"/>
              <a:ext cx="1849536" cy="6266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Fraud Investigation Unit</a:t>
              </a:r>
            </a:p>
            <a:p>
              <a:pPr algn="ctr"/>
              <a:r>
                <a:rPr lang="en-US" sz="1200" dirty="0"/>
                <a:t>( End User)</a:t>
              </a:r>
            </a:p>
          </p:txBody>
        </p:sp>
        <p:sp>
          <p:nvSpPr>
            <p:cNvPr id="6" name="Rectangle: Rounded Corners 5">
              <a:extLst>
                <a:ext uri="{FF2B5EF4-FFF2-40B4-BE49-F238E27FC236}">
                  <a16:creationId xmlns:a16="http://schemas.microsoft.com/office/drawing/2014/main" id="{2617FAE4-25B2-FBC7-BAD2-52A6074B19C1}"/>
                </a:ext>
              </a:extLst>
            </p:cNvPr>
            <p:cNvSpPr/>
            <p:nvPr/>
          </p:nvSpPr>
          <p:spPr>
            <a:xfrm>
              <a:off x="2415567" y="4102697"/>
              <a:ext cx="1849536" cy="6266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Claim Department (operator)</a:t>
              </a:r>
            </a:p>
          </p:txBody>
        </p:sp>
        <p:sp>
          <p:nvSpPr>
            <p:cNvPr id="8" name="Rectangle: Rounded Corners 7">
              <a:extLst>
                <a:ext uri="{FF2B5EF4-FFF2-40B4-BE49-F238E27FC236}">
                  <a16:creationId xmlns:a16="http://schemas.microsoft.com/office/drawing/2014/main" id="{D475681A-05B2-4454-CC76-801AA0EDB125}"/>
                </a:ext>
              </a:extLst>
            </p:cNvPr>
            <p:cNvSpPr/>
            <p:nvPr/>
          </p:nvSpPr>
          <p:spPr>
            <a:xfrm>
              <a:off x="112720" y="4102697"/>
              <a:ext cx="1849537" cy="6266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Finance Department </a:t>
              </a:r>
            </a:p>
          </p:txBody>
        </p:sp>
        <p:cxnSp>
          <p:nvCxnSpPr>
            <p:cNvPr id="10" name="Connector: Elbow 9">
              <a:extLst>
                <a:ext uri="{FF2B5EF4-FFF2-40B4-BE49-F238E27FC236}">
                  <a16:creationId xmlns:a16="http://schemas.microsoft.com/office/drawing/2014/main" id="{6660E3C8-702B-B55E-14BA-AB889F72C1F9}"/>
                </a:ext>
              </a:extLst>
            </p:cNvPr>
            <p:cNvCxnSpPr>
              <a:stCxn id="4" idx="2"/>
              <a:endCxn id="8" idx="0"/>
            </p:cNvCxnSpPr>
            <p:nvPr/>
          </p:nvCxnSpPr>
          <p:spPr>
            <a:xfrm rot="5400000">
              <a:off x="1574407" y="2336770"/>
              <a:ext cx="1229010" cy="230284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8FABF552-22C9-9A6E-03D0-B2D18AC5DAC1}"/>
                </a:ext>
              </a:extLst>
            </p:cNvPr>
            <p:cNvCxnSpPr>
              <a:stCxn id="4" idx="2"/>
              <a:endCxn id="5" idx="0"/>
            </p:cNvCxnSpPr>
            <p:nvPr/>
          </p:nvCxnSpPr>
          <p:spPr>
            <a:xfrm rot="16200000" flipH="1">
              <a:off x="3877252" y="2336769"/>
              <a:ext cx="1229010" cy="230284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75EEF0E-4487-877F-051C-C2B223F1E484}"/>
                </a:ext>
              </a:extLst>
            </p:cNvPr>
            <p:cNvCxnSpPr>
              <a:stCxn id="4" idx="2"/>
              <a:endCxn id="6" idx="0"/>
            </p:cNvCxnSpPr>
            <p:nvPr/>
          </p:nvCxnSpPr>
          <p:spPr>
            <a:xfrm>
              <a:off x="3340334" y="2873688"/>
              <a:ext cx="1" cy="12290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pic>
        <p:nvPicPr>
          <p:cNvPr id="20" name="Picture 19">
            <a:extLst>
              <a:ext uri="{FF2B5EF4-FFF2-40B4-BE49-F238E27FC236}">
                <a16:creationId xmlns:a16="http://schemas.microsoft.com/office/drawing/2014/main" id="{FDA17A58-F832-E07D-66FA-F4935B4D8CDA}"/>
              </a:ext>
            </a:extLst>
          </p:cNvPr>
          <p:cNvPicPr>
            <a:picLocks noChangeAspect="1"/>
          </p:cNvPicPr>
          <p:nvPr/>
        </p:nvPicPr>
        <p:blipFill>
          <a:blip r:embed="rId2"/>
          <a:stretch>
            <a:fillRect/>
          </a:stretch>
        </p:blipFill>
        <p:spPr>
          <a:xfrm>
            <a:off x="6116548" y="2629650"/>
            <a:ext cx="1418071" cy="1416385"/>
          </a:xfrm>
          <a:prstGeom prst="rect">
            <a:avLst/>
          </a:prstGeom>
        </p:spPr>
      </p:pic>
      <p:sp>
        <p:nvSpPr>
          <p:cNvPr id="22" name="Rectangle: Rounded Corners 21">
            <a:extLst>
              <a:ext uri="{FF2B5EF4-FFF2-40B4-BE49-F238E27FC236}">
                <a16:creationId xmlns:a16="http://schemas.microsoft.com/office/drawing/2014/main" id="{6DF12EE5-2E8E-C4A1-8C44-8D5BE49AC25B}"/>
              </a:ext>
            </a:extLst>
          </p:cNvPr>
          <p:cNvSpPr/>
          <p:nvPr/>
        </p:nvSpPr>
        <p:spPr>
          <a:xfrm>
            <a:off x="1674208" y="1761941"/>
            <a:ext cx="3282902" cy="960306"/>
          </a:xfrm>
          <a:prstGeom prst="roundRect">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200" dirty="0"/>
              <a:t>InsureCo</a:t>
            </a:r>
          </a:p>
        </p:txBody>
      </p:sp>
      <p:pic>
        <p:nvPicPr>
          <p:cNvPr id="24" name="Graphic 23" descr="Flower with solid fill">
            <a:extLst>
              <a:ext uri="{FF2B5EF4-FFF2-40B4-BE49-F238E27FC236}">
                <a16:creationId xmlns:a16="http://schemas.microsoft.com/office/drawing/2014/main" id="{29FF6A80-C21C-E443-E8F8-126400027B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63543" y="962981"/>
            <a:ext cx="704231" cy="704231"/>
          </a:xfrm>
          <a:prstGeom prst="rect">
            <a:avLst/>
          </a:prstGeom>
        </p:spPr>
      </p:pic>
      <p:sp>
        <p:nvSpPr>
          <p:cNvPr id="25" name="Rectangle: Rounded Corners 24">
            <a:extLst>
              <a:ext uri="{FF2B5EF4-FFF2-40B4-BE49-F238E27FC236}">
                <a16:creationId xmlns:a16="http://schemas.microsoft.com/office/drawing/2014/main" id="{65CC8B04-3BD7-8656-8AD1-801C8C7768E9}"/>
              </a:ext>
            </a:extLst>
          </p:cNvPr>
          <p:cNvSpPr/>
          <p:nvPr/>
        </p:nvSpPr>
        <p:spPr>
          <a:xfrm>
            <a:off x="8286223" y="1842301"/>
            <a:ext cx="3524678" cy="96030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USD </a:t>
            </a:r>
          </a:p>
          <a:p>
            <a:pPr algn="ctr"/>
            <a:r>
              <a:rPr lang="en-US" sz="3200" dirty="0"/>
              <a:t>Consultancy</a:t>
            </a:r>
          </a:p>
        </p:txBody>
      </p:sp>
      <p:sp>
        <p:nvSpPr>
          <p:cNvPr id="27" name="Rectangle: Rounded Corners 26">
            <a:extLst>
              <a:ext uri="{FF2B5EF4-FFF2-40B4-BE49-F238E27FC236}">
                <a16:creationId xmlns:a16="http://schemas.microsoft.com/office/drawing/2014/main" id="{2CCE15C6-E585-4B61-0BE2-DC4DC93E994D}"/>
              </a:ext>
            </a:extLst>
          </p:cNvPr>
          <p:cNvSpPr/>
          <p:nvPr/>
        </p:nvSpPr>
        <p:spPr>
          <a:xfrm>
            <a:off x="8905155" y="3491321"/>
            <a:ext cx="2286814" cy="5532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Science Team</a:t>
            </a:r>
          </a:p>
        </p:txBody>
      </p:sp>
      <p:cxnSp>
        <p:nvCxnSpPr>
          <p:cNvPr id="30" name="Straight Arrow Connector 29">
            <a:extLst>
              <a:ext uri="{FF2B5EF4-FFF2-40B4-BE49-F238E27FC236}">
                <a16:creationId xmlns:a16="http://schemas.microsoft.com/office/drawing/2014/main" id="{A9029E45-ED56-8F7C-CD4D-853E9A0DB89F}"/>
              </a:ext>
            </a:extLst>
          </p:cNvPr>
          <p:cNvCxnSpPr>
            <a:stCxn id="22" idx="2"/>
            <a:endCxn id="4" idx="0"/>
          </p:cNvCxnSpPr>
          <p:nvPr/>
        </p:nvCxnSpPr>
        <p:spPr>
          <a:xfrm>
            <a:off x="3315659" y="2722247"/>
            <a:ext cx="1" cy="6155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AD9B6EF3-7B70-90E6-E441-9691E857FC4B}"/>
              </a:ext>
            </a:extLst>
          </p:cNvPr>
          <p:cNvCxnSpPr/>
          <p:nvPr/>
        </p:nvCxnSpPr>
        <p:spPr>
          <a:xfrm>
            <a:off x="10019629" y="2875727"/>
            <a:ext cx="1" cy="6155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7424ED38-A83A-BCE7-EE83-365F5706721E}"/>
              </a:ext>
            </a:extLst>
          </p:cNvPr>
          <p:cNvSpPr/>
          <p:nvPr/>
        </p:nvSpPr>
        <p:spPr>
          <a:xfrm>
            <a:off x="18623" y="30524"/>
            <a:ext cx="12154754" cy="8341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Collaboration</a:t>
            </a:r>
          </a:p>
        </p:txBody>
      </p:sp>
    </p:spTree>
    <p:extLst>
      <p:ext uri="{BB962C8B-B14F-4D97-AF65-F5344CB8AC3E}">
        <p14:creationId xmlns:p14="http://schemas.microsoft.com/office/powerpoint/2010/main" val="2485642631"/>
      </p:ext>
    </p:extLst>
  </p:cSld>
  <p:clrMapOvr>
    <a:masterClrMapping/>
  </p:clrMapOvr>
  <mc:AlternateContent xmlns:mc="http://schemas.openxmlformats.org/markup-compatibility/2006" xmlns:p14="http://schemas.microsoft.com/office/powerpoint/2010/main">
    <mc:Choice Requires="p14">
      <p:transition spd="slow" p14:dur="2000" advTm="9650"/>
    </mc:Choice>
    <mc:Fallback xmlns="">
      <p:transition spd="slow" advTm="965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98C552-D56F-D4CF-E124-5557713B622A}"/>
              </a:ext>
            </a:extLst>
          </p:cNvPr>
          <p:cNvSpPr>
            <a:spLocks noGrp="1"/>
          </p:cNvSpPr>
          <p:nvPr>
            <p:ph type="title"/>
          </p:nvPr>
        </p:nvSpPr>
        <p:spPr>
          <a:xfrm>
            <a:off x="5596501" y="489508"/>
            <a:ext cx="5754896" cy="1667569"/>
          </a:xfrm>
        </p:spPr>
        <p:txBody>
          <a:bodyPr vert="horz" lIns="91440" tIns="45720" rIns="91440" bIns="45720" rtlCol="0" anchor="b">
            <a:normAutofit/>
          </a:bodyPr>
          <a:lstStyle/>
          <a:p>
            <a:r>
              <a:rPr lang="en-US" sz="4000" b="1" kern="1200">
                <a:solidFill>
                  <a:schemeClr val="tx1"/>
                </a:solidFill>
                <a:latin typeface="+mj-lt"/>
                <a:ea typeface="+mj-ea"/>
                <a:cs typeface="+mj-cs"/>
              </a:rPr>
              <a:t>Predictive Fraud Detection Partnership</a:t>
            </a:r>
          </a:p>
        </p:txBody>
      </p:sp>
      <p:pic>
        <p:nvPicPr>
          <p:cNvPr id="5" name="Content Placeholder 4" descr="Abstract 3D illustration.">
            <a:extLst>
              <a:ext uri="{FF2B5EF4-FFF2-40B4-BE49-F238E27FC236}">
                <a16:creationId xmlns:a16="http://schemas.microsoft.com/office/drawing/2014/main" id="{9FAB3AD7-0D01-442A-A7CF-AFCBB81AB8DA}"/>
              </a:ext>
            </a:extLst>
          </p:cNvPr>
          <p:cNvPicPr>
            <a:picLocks noGrp="1" noChangeAspect="1"/>
          </p:cNvPicPr>
          <p:nvPr>
            <p:ph sz="half" idx="1"/>
          </p:nvPr>
        </p:nvPicPr>
        <p:blipFill>
          <a:blip r:embed="rId3"/>
          <a:srcRect l="18050" r="6950" b="-1"/>
          <a:stretch>
            <a:fillRect/>
          </a:stretch>
        </p:blipFill>
        <p:spPr>
          <a:xfrm>
            <a:off x="1068130" y="1275051"/>
            <a:ext cx="3876165" cy="3876202"/>
          </a:xfrm>
          <a:prstGeom prst="rect">
            <a:avLst/>
          </a:prstGeom>
        </p:spPr>
      </p:pic>
      <p:sp>
        <p:nvSpPr>
          <p:cNvPr id="4" name="Content Placeholder 3">
            <a:extLst>
              <a:ext uri="{FF2B5EF4-FFF2-40B4-BE49-F238E27FC236}">
                <a16:creationId xmlns:a16="http://schemas.microsoft.com/office/drawing/2014/main" id="{E598DCC2-473E-4854-1A33-DACA78AB7A4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6502" y="2405894"/>
            <a:ext cx="5754896" cy="3197464"/>
          </a:xfrm>
        </p:spPr>
        <p:txBody>
          <a:bodyPr>
            <a:normAutofit/>
          </a:bodyPr>
          <a:lstStyle/>
          <a:p>
            <a:pPr marL="0" indent="0">
              <a:spcBef>
                <a:spcPts val="2500"/>
              </a:spcBef>
              <a:buFont typeface="Arial" panose="020B0604020202020204" pitchFamily="34" charset="0"/>
              <a:buNone/>
            </a:pPr>
            <a:r>
              <a:rPr lang="en-US" sz="1400" b="1"/>
              <a:t>Data-Driven Fraud Detection</a:t>
            </a:r>
          </a:p>
          <a:p>
            <a:pPr marL="0" lvl="1" indent="0">
              <a:buFont typeface="Arial" panose="020B0604020202020204" pitchFamily="34" charset="0"/>
              <a:buNone/>
            </a:pPr>
            <a:r>
              <a:rPr lang="en-US" sz="1400"/>
              <a:t>A predictive model leverages data analytics to efficiently identify and prevent fraudulent claims in the insurance sector.</a:t>
            </a:r>
          </a:p>
          <a:p>
            <a:pPr marL="0" indent="0">
              <a:spcBef>
                <a:spcPts val="2500"/>
              </a:spcBef>
              <a:buFont typeface="Arial" panose="020B0604020202020204" pitchFamily="34" charset="0"/>
              <a:buNone/>
            </a:pPr>
            <a:r>
              <a:rPr lang="en-US" sz="1400" b="1"/>
              <a:t>Real-Time Decision Support</a:t>
            </a:r>
          </a:p>
          <a:p>
            <a:pPr marL="0" lvl="1" indent="0">
              <a:buFont typeface="Arial" panose="020B0604020202020204" pitchFamily="34" charset="0"/>
              <a:buNone/>
            </a:pPr>
            <a:r>
              <a:rPr lang="en-US" sz="1400"/>
              <a:t>Interpretability tools allow investigators to understand model predictions, enabling informed decisions quickly and accurately.</a:t>
            </a:r>
          </a:p>
          <a:p>
            <a:pPr marL="0" indent="0">
              <a:spcBef>
                <a:spcPts val="2500"/>
              </a:spcBef>
              <a:buFont typeface="Arial" panose="020B0604020202020204" pitchFamily="34" charset="0"/>
              <a:buNone/>
            </a:pPr>
            <a:r>
              <a:rPr lang="en-US" sz="1400" b="1"/>
              <a:t>Enhanced Policyholder Trust</a:t>
            </a:r>
          </a:p>
          <a:p>
            <a:pPr marL="0" lvl="1" indent="0">
              <a:buFont typeface="Arial" panose="020B0604020202020204" pitchFamily="34" charset="0"/>
              <a:buNone/>
            </a:pPr>
            <a:r>
              <a:rPr lang="en-US" sz="1400"/>
              <a:t>Transparent and fair processes reinforce trust among policyholders, ensuring confidence in claim evaluations.</a:t>
            </a:r>
          </a:p>
        </p:txBody>
      </p:sp>
      <p:sp>
        <p:nvSpPr>
          <p:cNvPr id="26" name="Rectangle 25">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220709"/>
      </p:ext>
    </p:extLst>
  </p:cSld>
  <p:clrMapOvr>
    <a:masterClrMapping/>
  </p:clrMapOvr>
  <p:transition advTm="3407">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6" name="Straight Connector 1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Rectangle 18">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77A5D11-E7D1-3C11-9365-5FD3A5460ED5}"/>
              </a:ext>
            </a:extLst>
          </p:cNvPr>
          <p:cNvSpPr txBox="1"/>
          <p:nvPr/>
        </p:nvSpPr>
        <p:spPr>
          <a:xfrm>
            <a:off x="1524000" y="1584683"/>
            <a:ext cx="9144000" cy="2551829"/>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6600" b="1" kern="1200">
                <a:solidFill>
                  <a:schemeClr val="tx1"/>
                </a:solidFill>
                <a:latin typeface="+mj-lt"/>
                <a:ea typeface="+mj-ea"/>
                <a:cs typeface="+mj-cs"/>
              </a:rPr>
              <a:t>The Problem we are solving..</a:t>
            </a:r>
          </a:p>
        </p:txBody>
      </p:sp>
    </p:spTree>
    <p:extLst>
      <p:ext uri="{BB962C8B-B14F-4D97-AF65-F5344CB8AC3E}">
        <p14:creationId xmlns:p14="http://schemas.microsoft.com/office/powerpoint/2010/main" val="3140776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D999E0F-71EB-4D37-C4B6-286C6E025236}"/>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b="0" i="0" u="none" strike="noStrike" baseline="0"/>
          </a:p>
          <a:p>
            <a:pPr indent="-228600">
              <a:lnSpc>
                <a:spcPct val="90000"/>
              </a:lnSpc>
              <a:spcAft>
                <a:spcPts val="600"/>
              </a:spcAft>
              <a:buFont typeface="Arial" panose="020B0604020202020204" pitchFamily="34" charset="0"/>
              <a:buChar char="•"/>
            </a:pPr>
            <a:r>
              <a:rPr lang="en-US" b="1" i="0" u="none" strike="noStrike" baseline="0"/>
              <a:t>What is the estimated financial loss for a False Negative (missing a fraudulent claim) versus the cost of a False Positive (investigating a valid claim)? </a:t>
            </a:r>
            <a:endParaRPr lang="en-US"/>
          </a:p>
        </p:txBody>
      </p:sp>
      <p:sp>
        <p:nvSpPr>
          <p:cNvPr id="29" name="Rectangle 2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935D8207-9A6D-4ABE-70ED-DFEBFF7CF04A}"/>
              </a:ext>
            </a:extLst>
          </p:cNvPr>
          <p:cNvGraphicFramePr>
            <a:graphicFrameLocks noGrp="1"/>
          </p:cNvGraphicFramePr>
          <p:nvPr>
            <p:ph idx="1"/>
            <p:extLst>
              <p:ext uri="{D42A27DB-BD31-4B8C-83A1-F6EECF244321}">
                <p14:modId xmlns:p14="http://schemas.microsoft.com/office/powerpoint/2010/main" val="715981087"/>
              </p:ext>
            </p:extLst>
          </p:nvPr>
        </p:nvGraphicFramePr>
        <p:xfrm>
          <a:off x="5987738" y="1653821"/>
          <a:ext cx="5628020" cy="3317490"/>
        </p:xfrm>
        <a:graphic>
          <a:graphicData uri="http://schemas.openxmlformats.org/drawingml/2006/table">
            <a:tbl>
              <a:tblPr firstRow="1" firstCol="1" bandRow="1">
                <a:tableStyleId>{5C22544A-7EE6-4342-B048-85BDC9FD1C3A}</a:tableStyleId>
              </a:tblPr>
              <a:tblGrid>
                <a:gridCol w="884211">
                  <a:extLst>
                    <a:ext uri="{9D8B030D-6E8A-4147-A177-3AD203B41FA5}">
                      <a16:colId xmlns:a16="http://schemas.microsoft.com/office/drawing/2014/main" val="4216882121"/>
                    </a:ext>
                  </a:extLst>
                </a:gridCol>
                <a:gridCol w="1064335">
                  <a:extLst>
                    <a:ext uri="{9D8B030D-6E8A-4147-A177-3AD203B41FA5}">
                      <a16:colId xmlns:a16="http://schemas.microsoft.com/office/drawing/2014/main" val="2616724088"/>
                    </a:ext>
                  </a:extLst>
                </a:gridCol>
                <a:gridCol w="1323347">
                  <a:extLst>
                    <a:ext uri="{9D8B030D-6E8A-4147-A177-3AD203B41FA5}">
                      <a16:colId xmlns:a16="http://schemas.microsoft.com/office/drawing/2014/main" val="3808467021"/>
                    </a:ext>
                  </a:extLst>
                </a:gridCol>
                <a:gridCol w="1089316">
                  <a:extLst>
                    <a:ext uri="{9D8B030D-6E8A-4147-A177-3AD203B41FA5}">
                      <a16:colId xmlns:a16="http://schemas.microsoft.com/office/drawing/2014/main" val="1909946117"/>
                    </a:ext>
                  </a:extLst>
                </a:gridCol>
                <a:gridCol w="1266811">
                  <a:extLst>
                    <a:ext uri="{9D8B030D-6E8A-4147-A177-3AD203B41FA5}">
                      <a16:colId xmlns:a16="http://schemas.microsoft.com/office/drawing/2014/main" val="2250733166"/>
                    </a:ext>
                  </a:extLst>
                </a:gridCol>
              </a:tblGrid>
              <a:tr h="680052">
                <a:tc>
                  <a:txBody>
                    <a:bodyPr/>
                    <a:lstStyle/>
                    <a:p>
                      <a:pPr marL="0" marR="0">
                        <a:lnSpc>
                          <a:spcPct val="115000"/>
                        </a:lnSpc>
                        <a:spcAft>
                          <a:spcPts val="800"/>
                        </a:spcAft>
                        <a:buNone/>
                      </a:pPr>
                      <a:r>
                        <a:rPr lang="en-US" sz="1800" kern="100">
                          <a:effectLst/>
                        </a:rPr>
                        <a:t>Error Type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Model Term</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Example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Business Cost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Why It Matters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extLst>
                  <a:ext uri="{0D108BD9-81ED-4DB2-BD59-A6C34878D82A}">
                    <a16:rowId xmlns:a16="http://schemas.microsoft.com/office/drawing/2014/main" val="2446049083"/>
                  </a:ext>
                </a:extLst>
              </a:tr>
              <a:tr h="999386">
                <a:tc>
                  <a:txBody>
                    <a:bodyPr/>
                    <a:lstStyle/>
                    <a:p>
                      <a:pPr marL="0" marR="0">
                        <a:lnSpc>
                          <a:spcPct val="115000"/>
                        </a:lnSpc>
                        <a:spcAft>
                          <a:spcPts val="800"/>
                        </a:spcAft>
                        <a:buNone/>
                      </a:pPr>
                      <a:r>
                        <a:rPr lang="en-US" sz="1800" kern="100">
                          <a:effectLst/>
                        </a:rPr>
                        <a:t>Missed Fraud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False Negative (FN)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Fraud goes undetected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Large ($60,000 per case)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Direct financial loss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extLst>
                  <a:ext uri="{0D108BD9-81ED-4DB2-BD59-A6C34878D82A}">
                    <a16:rowId xmlns:a16="http://schemas.microsoft.com/office/drawing/2014/main" val="1813874166"/>
                  </a:ext>
                </a:extLst>
              </a:tr>
              <a:tr h="1638052">
                <a:tc>
                  <a:txBody>
                    <a:bodyPr/>
                    <a:lstStyle/>
                    <a:p>
                      <a:pPr marL="0" marR="0">
                        <a:lnSpc>
                          <a:spcPct val="115000"/>
                        </a:lnSpc>
                        <a:spcAft>
                          <a:spcPts val="800"/>
                        </a:spcAft>
                        <a:buNone/>
                      </a:pPr>
                      <a:r>
                        <a:rPr lang="en-US" sz="1800" kern="100">
                          <a:effectLst/>
                        </a:rPr>
                        <a:t>False Alarm</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False Positive (FP)</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Legitimate case flagged as fraud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Smaller (approx. $500-1000 per case)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tc>
                  <a:txBody>
                    <a:bodyPr/>
                    <a:lstStyle/>
                    <a:p>
                      <a:pPr marL="0" marR="0">
                        <a:lnSpc>
                          <a:spcPct val="115000"/>
                        </a:lnSpc>
                        <a:spcAft>
                          <a:spcPts val="800"/>
                        </a:spcAft>
                        <a:buNone/>
                      </a:pPr>
                      <a:r>
                        <a:rPr lang="en-US" sz="1800" kern="100">
                          <a:effectLst/>
                        </a:rPr>
                        <a:t>Wastes resources, hurts customer experience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14671" marR="14671" marT="14671" marB="14671" anchor="ctr"/>
                </a:tc>
                <a:extLst>
                  <a:ext uri="{0D108BD9-81ED-4DB2-BD59-A6C34878D82A}">
                    <a16:rowId xmlns:a16="http://schemas.microsoft.com/office/drawing/2014/main" val="3083232377"/>
                  </a:ext>
                </a:extLst>
              </a:tr>
            </a:tbl>
          </a:graphicData>
        </a:graphic>
      </p:graphicFrame>
    </p:spTree>
    <p:extLst>
      <p:ext uri="{BB962C8B-B14F-4D97-AF65-F5344CB8AC3E}">
        <p14:creationId xmlns:p14="http://schemas.microsoft.com/office/powerpoint/2010/main" val="2347416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D8C7636-AA1B-E0F6-105D-D392B9830DD6}"/>
              </a:ext>
            </a:extLst>
          </p:cNvPr>
          <p:cNvPicPr>
            <a:picLocks noGrp="1" noChangeAspect="1"/>
          </p:cNvPicPr>
          <p:nvPr>
            <p:ph idx="1"/>
          </p:nvPr>
        </p:nvPicPr>
        <p:blipFill>
          <a:blip r:embed="rId2"/>
          <a:stretch>
            <a:fillRect/>
          </a:stretch>
        </p:blipFill>
        <p:spPr>
          <a:xfrm>
            <a:off x="5400995" y="553452"/>
            <a:ext cx="5913881" cy="5943600"/>
          </a:xfrm>
          <a:prstGeom prst="rect">
            <a:avLst/>
          </a:prstGeom>
        </p:spPr>
      </p:pic>
      <p:sp>
        <p:nvSpPr>
          <p:cNvPr id="8" name="TextBox 7">
            <a:extLst>
              <a:ext uri="{FF2B5EF4-FFF2-40B4-BE49-F238E27FC236}">
                <a16:creationId xmlns:a16="http://schemas.microsoft.com/office/drawing/2014/main" id="{65511CCD-AFF1-22DB-EACE-BA064ABC62F6}"/>
              </a:ext>
            </a:extLst>
          </p:cNvPr>
          <p:cNvSpPr txBox="1"/>
          <p:nvPr/>
        </p:nvSpPr>
        <p:spPr>
          <a:xfrm>
            <a:off x="970854" y="2361613"/>
            <a:ext cx="3266781" cy="1815882"/>
          </a:xfrm>
          <a:prstGeom prst="rect">
            <a:avLst/>
          </a:prstGeom>
          <a:noFill/>
        </p:spPr>
        <p:txBody>
          <a:bodyPr wrap="square" rtlCol="0">
            <a:spAutoFit/>
          </a:bodyPr>
          <a:lstStyle/>
          <a:p>
            <a:r>
              <a:rPr lang="en-US" sz="2800" b="1" dirty="0">
                <a:solidFill>
                  <a:schemeClr val="bg1"/>
                </a:solidFill>
              </a:rPr>
              <a:t>Cross-industry standard process for data mining </a:t>
            </a:r>
            <a:r>
              <a:rPr lang="en-US" sz="2800" dirty="0">
                <a:solidFill>
                  <a:schemeClr val="bg1"/>
                </a:solidFill>
                <a:highlight>
                  <a:srgbClr val="C0C0C0"/>
                </a:highlight>
              </a:rPr>
              <a:t>(CRISP-DM)</a:t>
            </a:r>
          </a:p>
        </p:txBody>
      </p:sp>
      <p:sp>
        <p:nvSpPr>
          <p:cNvPr id="9" name="TextBox 8">
            <a:extLst>
              <a:ext uri="{FF2B5EF4-FFF2-40B4-BE49-F238E27FC236}">
                <a16:creationId xmlns:a16="http://schemas.microsoft.com/office/drawing/2014/main" id="{133E0560-7AB3-B302-AF39-2F400BAB7C20}"/>
              </a:ext>
            </a:extLst>
          </p:cNvPr>
          <p:cNvSpPr txBox="1"/>
          <p:nvPr/>
        </p:nvSpPr>
        <p:spPr>
          <a:xfrm>
            <a:off x="7724502" y="6497052"/>
            <a:ext cx="3935509" cy="646331"/>
          </a:xfrm>
          <a:prstGeom prst="rect">
            <a:avLst/>
          </a:prstGeom>
          <a:noFill/>
        </p:spPr>
        <p:txBody>
          <a:bodyPr wrap="square" rtlCol="0">
            <a:spAutoFit/>
          </a:bodyPr>
          <a:lstStyle/>
          <a:p>
            <a:r>
              <a:rPr lang="en-US" dirty="0">
                <a:highlight>
                  <a:srgbClr val="C0C0C0"/>
                </a:highlight>
              </a:rPr>
              <a:t>Reference: https://en.wikipedia.org/</a:t>
            </a:r>
          </a:p>
          <a:p>
            <a:endParaRPr lang="en-US" dirty="0"/>
          </a:p>
        </p:txBody>
      </p:sp>
      <p:sp>
        <p:nvSpPr>
          <p:cNvPr id="2" name="TextBox 1">
            <a:extLst>
              <a:ext uri="{FF2B5EF4-FFF2-40B4-BE49-F238E27FC236}">
                <a16:creationId xmlns:a16="http://schemas.microsoft.com/office/drawing/2014/main" id="{647F9843-5E82-1150-4015-CCA26CC3D5B4}"/>
              </a:ext>
            </a:extLst>
          </p:cNvPr>
          <p:cNvSpPr txBox="1"/>
          <p:nvPr/>
        </p:nvSpPr>
        <p:spPr>
          <a:xfrm>
            <a:off x="424330" y="368786"/>
            <a:ext cx="4552335" cy="1323439"/>
          </a:xfrm>
          <a:prstGeom prst="rect">
            <a:avLst/>
          </a:prstGeom>
          <a:noFill/>
        </p:spPr>
        <p:txBody>
          <a:bodyPr wrap="square" rtlCol="0">
            <a:spAutoFit/>
          </a:bodyPr>
          <a:lstStyle/>
          <a:p>
            <a:r>
              <a:rPr lang="en-US" sz="4000" b="1" dirty="0">
                <a:solidFill>
                  <a:schemeClr val="bg1"/>
                </a:solidFill>
              </a:rPr>
              <a:t>How are we approaching it…..</a:t>
            </a:r>
          </a:p>
        </p:txBody>
      </p:sp>
    </p:spTree>
    <p:extLst>
      <p:ext uri="{BB962C8B-B14F-4D97-AF65-F5344CB8AC3E}">
        <p14:creationId xmlns:p14="http://schemas.microsoft.com/office/powerpoint/2010/main" val="4185369979"/>
      </p:ext>
    </p:extLst>
  </p:cSld>
  <p:clrMapOvr>
    <a:masterClrMapping/>
  </p:clrMapOvr>
  <mc:AlternateContent xmlns:mc="http://schemas.openxmlformats.org/markup-compatibility/2006" xmlns:p14="http://schemas.microsoft.com/office/powerpoint/2010/main">
    <mc:Choice Requires="p14">
      <p:transition spd="slow" p14:dur="2000" advTm="863"/>
    </mc:Choice>
    <mc:Fallback xmlns="">
      <p:transition spd="slow" advTm="86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1BAF08-674A-3679-2163-7E7F2A09955B}"/>
              </a:ext>
            </a:extLst>
          </p:cNvPr>
          <p:cNvSpPr>
            <a:spLocks noGrp="1"/>
          </p:cNvSpPr>
          <p:nvPr>
            <p:ph type="title"/>
          </p:nvPr>
        </p:nvSpPr>
        <p:spPr>
          <a:xfrm>
            <a:off x="1383564" y="348865"/>
            <a:ext cx="9718111" cy="1576446"/>
          </a:xfrm>
        </p:spPr>
        <p:txBody>
          <a:bodyPr anchor="ctr">
            <a:normAutofit/>
          </a:bodyPr>
          <a:lstStyle/>
          <a:p>
            <a:r>
              <a:rPr lang="en-US" sz="4800" dirty="0">
                <a:solidFill>
                  <a:srgbClr val="FFFFFF"/>
                </a:solidFill>
              </a:rPr>
              <a:t>About Data…</a:t>
            </a:r>
          </a:p>
        </p:txBody>
      </p:sp>
      <p:graphicFrame>
        <p:nvGraphicFramePr>
          <p:cNvPr id="6" name="Rectangle 1">
            <a:extLst>
              <a:ext uri="{FF2B5EF4-FFF2-40B4-BE49-F238E27FC236}">
                <a16:creationId xmlns:a16="http://schemas.microsoft.com/office/drawing/2014/main" id="{9E421DA1-361F-A6C0-7F3A-74FC52567A82}"/>
              </a:ext>
            </a:extLst>
          </p:cNvPr>
          <p:cNvGraphicFramePr>
            <a:graphicFrameLocks noGrp="1"/>
          </p:cNvGraphicFramePr>
          <p:nvPr>
            <p:ph idx="1"/>
            <p:extLst>
              <p:ext uri="{D42A27DB-BD31-4B8C-83A1-F6EECF244321}">
                <p14:modId xmlns:p14="http://schemas.microsoft.com/office/powerpoint/2010/main" val="190323898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0202192"/>
      </p:ext>
    </p:extLst>
  </p:cSld>
  <p:clrMapOvr>
    <a:masterClrMapping/>
  </p:clrMapOvr>
  <mc:AlternateContent xmlns:mc="http://schemas.openxmlformats.org/markup-compatibility/2006" xmlns:p14="http://schemas.microsoft.com/office/powerpoint/2010/main">
    <mc:Choice Requires="p14">
      <p:transition spd="slow" p14:dur="2000" advTm="2704"/>
    </mc:Choice>
    <mc:Fallback xmlns="">
      <p:transition spd="slow" advTm="270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0A00C2-5B52-15AE-DF5C-1D119B2C656C}"/>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a:solidFill>
                  <a:srgbClr val="FFFFFF"/>
                </a:solidFill>
                <a:latin typeface="+mj-lt"/>
                <a:ea typeface="+mj-ea"/>
                <a:cs typeface="+mj-cs"/>
              </a:rPr>
              <a:t>Issues with data and how we resolved..</a:t>
            </a:r>
          </a:p>
        </p:txBody>
      </p:sp>
      <p:graphicFrame>
        <p:nvGraphicFramePr>
          <p:cNvPr id="38" name="TextBox 14">
            <a:extLst>
              <a:ext uri="{FF2B5EF4-FFF2-40B4-BE49-F238E27FC236}">
                <a16:creationId xmlns:a16="http://schemas.microsoft.com/office/drawing/2014/main" id="{60786196-5284-F358-3287-BE769951CECA}"/>
              </a:ext>
            </a:extLst>
          </p:cNvPr>
          <p:cNvGraphicFramePr/>
          <p:nvPr>
            <p:extLst>
              <p:ext uri="{D42A27DB-BD31-4B8C-83A1-F6EECF244321}">
                <p14:modId xmlns:p14="http://schemas.microsoft.com/office/powerpoint/2010/main" val="33467931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64488C58-912E-DC90-A281-122E9E732112}"/>
              </a:ext>
            </a:extLst>
          </p:cNvPr>
          <p:cNvPicPr>
            <a:picLocks noChangeAspect="1"/>
          </p:cNvPicPr>
          <p:nvPr/>
        </p:nvPicPr>
        <p:blipFill>
          <a:blip r:embed="rId7"/>
          <a:stretch>
            <a:fillRect/>
          </a:stretch>
        </p:blipFill>
        <p:spPr>
          <a:xfrm>
            <a:off x="532991" y="5020763"/>
            <a:ext cx="3514725" cy="857250"/>
          </a:xfrm>
          <a:prstGeom prst="rect">
            <a:avLst/>
          </a:prstGeom>
        </p:spPr>
      </p:pic>
      <p:sp>
        <p:nvSpPr>
          <p:cNvPr id="5" name="TextBox 4">
            <a:extLst>
              <a:ext uri="{FF2B5EF4-FFF2-40B4-BE49-F238E27FC236}">
                <a16:creationId xmlns:a16="http://schemas.microsoft.com/office/drawing/2014/main" id="{86E5B362-047D-4B66-220B-79C2C9945E06}"/>
              </a:ext>
            </a:extLst>
          </p:cNvPr>
          <p:cNvSpPr txBox="1"/>
          <p:nvPr/>
        </p:nvSpPr>
        <p:spPr>
          <a:xfrm>
            <a:off x="8720489" y="5255394"/>
            <a:ext cx="2704698" cy="338554"/>
          </a:xfrm>
          <a:prstGeom prst="rect">
            <a:avLst/>
          </a:prstGeom>
          <a:noFill/>
        </p:spPr>
        <p:txBody>
          <a:bodyPr wrap="square" rtlCol="0">
            <a:spAutoFit/>
          </a:bodyPr>
          <a:lstStyle/>
          <a:p>
            <a:r>
              <a:rPr lang="en-US" sz="1600" dirty="0"/>
              <a:t>Non Fraud vs Fraud=75:25</a:t>
            </a:r>
          </a:p>
        </p:txBody>
      </p:sp>
      <p:pic>
        <p:nvPicPr>
          <p:cNvPr id="7" name="Picture 6">
            <a:extLst>
              <a:ext uri="{FF2B5EF4-FFF2-40B4-BE49-F238E27FC236}">
                <a16:creationId xmlns:a16="http://schemas.microsoft.com/office/drawing/2014/main" id="{DDBBDBB2-936C-CE38-9A8C-60D77DE2E454}"/>
              </a:ext>
            </a:extLst>
          </p:cNvPr>
          <p:cNvPicPr>
            <a:picLocks noChangeAspect="1"/>
          </p:cNvPicPr>
          <p:nvPr/>
        </p:nvPicPr>
        <p:blipFill>
          <a:blip r:embed="rId8"/>
          <a:stretch>
            <a:fillRect/>
          </a:stretch>
        </p:blipFill>
        <p:spPr>
          <a:xfrm>
            <a:off x="4691772" y="4921251"/>
            <a:ext cx="1692330" cy="1828800"/>
          </a:xfrm>
          <a:prstGeom prst="rect">
            <a:avLst/>
          </a:prstGeom>
        </p:spPr>
      </p:pic>
      <p:pic>
        <p:nvPicPr>
          <p:cNvPr id="9" name="Picture 8">
            <a:extLst>
              <a:ext uri="{FF2B5EF4-FFF2-40B4-BE49-F238E27FC236}">
                <a16:creationId xmlns:a16="http://schemas.microsoft.com/office/drawing/2014/main" id="{D5F7C19B-94F8-45AA-C0C0-F83ECABC27DC}"/>
              </a:ext>
            </a:extLst>
          </p:cNvPr>
          <p:cNvPicPr>
            <a:picLocks noChangeAspect="1"/>
          </p:cNvPicPr>
          <p:nvPr/>
        </p:nvPicPr>
        <p:blipFill>
          <a:blip r:embed="rId9"/>
          <a:stretch>
            <a:fillRect/>
          </a:stretch>
        </p:blipFill>
        <p:spPr>
          <a:xfrm>
            <a:off x="6384102" y="4982018"/>
            <a:ext cx="1692330" cy="1707266"/>
          </a:xfrm>
          <a:prstGeom prst="rect">
            <a:avLst/>
          </a:prstGeom>
        </p:spPr>
      </p:pic>
    </p:spTree>
    <p:extLst>
      <p:ext uri="{BB962C8B-B14F-4D97-AF65-F5344CB8AC3E}">
        <p14:creationId xmlns:p14="http://schemas.microsoft.com/office/powerpoint/2010/main" val="728877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0F672E1-B4F7-BCD2-AF8D-FF616F62E2CA}"/>
              </a:ext>
            </a:extLst>
          </p:cNvPr>
          <p:cNvSpPr/>
          <p:nvPr/>
        </p:nvSpPr>
        <p:spPr>
          <a:xfrm>
            <a:off x="365760" y="2702560"/>
            <a:ext cx="2103120" cy="128016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tx1"/>
              </a:solidFill>
            </a:endParaRPr>
          </a:p>
          <a:p>
            <a:pPr algn="ctr"/>
            <a:r>
              <a:rPr lang="en-US" sz="2000" b="1" dirty="0">
                <a:solidFill>
                  <a:schemeClr val="tx1"/>
                </a:solidFill>
              </a:rPr>
              <a:t>Data</a:t>
            </a:r>
          </a:p>
          <a:p>
            <a:pPr algn="ctr"/>
            <a:endParaRPr lang="en-US" sz="2000" b="1" dirty="0">
              <a:solidFill>
                <a:schemeClr val="tx1"/>
              </a:solidFill>
            </a:endParaRPr>
          </a:p>
        </p:txBody>
      </p:sp>
      <p:sp>
        <p:nvSpPr>
          <p:cNvPr id="5" name="Rectangle: Rounded Corners 4">
            <a:extLst>
              <a:ext uri="{FF2B5EF4-FFF2-40B4-BE49-F238E27FC236}">
                <a16:creationId xmlns:a16="http://schemas.microsoft.com/office/drawing/2014/main" id="{EC736049-7F47-E4DE-C370-DDABE5119653}"/>
              </a:ext>
            </a:extLst>
          </p:cNvPr>
          <p:cNvSpPr/>
          <p:nvPr/>
        </p:nvSpPr>
        <p:spPr>
          <a:xfrm>
            <a:off x="3505201" y="2702560"/>
            <a:ext cx="2103120" cy="128016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Data </a:t>
            </a:r>
          </a:p>
          <a:p>
            <a:pPr algn="ctr"/>
            <a:r>
              <a:rPr lang="en-US" sz="2000" b="1" dirty="0">
                <a:solidFill>
                  <a:schemeClr val="tx1"/>
                </a:solidFill>
              </a:rPr>
              <a:t>Pre Processing</a:t>
            </a:r>
          </a:p>
        </p:txBody>
      </p:sp>
      <p:sp>
        <p:nvSpPr>
          <p:cNvPr id="6" name="Rectangle: Rounded Corners 5">
            <a:extLst>
              <a:ext uri="{FF2B5EF4-FFF2-40B4-BE49-F238E27FC236}">
                <a16:creationId xmlns:a16="http://schemas.microsoft.com/office/drawing/2014/main" id="{9F5EF7F3-52CE-3B75-13E9-1AA57F299632}"/>
              </a:ext>
            </a:extLst>
          </p:cNvPr>
          <p:cNvSpPr/>
          <p:nvPr/>
        </p:nvSpPr>
        <p:spPr>
          <a:xfrm>
            <a:off x="6583680" y="2702560"/>
            <a:ext cx="2103120" cy="1280160"/>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Machine Learning Model</a:t>
            </a:r>
          </a:p>
        </p:txBody>
      </p:sp>
      <p:sp>
        <p:nvSpPr>
          <p:cNvPr id="7" name="Rectangle: Rounded Corners 6">
            <a:extLst>
              <a:ext uri="{FF2B5EF4-FFF2-40B4-BE49-F238E27FC236}">
                <a16:creationId xmlns:a16="http://schemas.microsoft.com/office/drawing/2014/main" id="{AFE1489F-4ADC-C104-82DC-36CBFB18FA2E}"/>
              </a:ext>
            </a:extLst>
          </p:cNvPr>
          <p:cNvSpPr/>
          <p:nvPr/>
        </p:nvSpPr>
        <p:spPr>
          <a:xfrm>
            <a:off x="9692640" y="2702560"/>
            <a:ext cx="2103120" cy="1280160"/>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Fraud Prediction</a:t>
            </a:r>
          </a:p>
        </p:txBody>
      </p:sp>
      <p:cxnSp>
        <p:nvCxnSpPr>
          <p:cNvPr id="9" name="Straight Arrow Connector 8">
            <a:extLst>
              <a:ext uri="{FF2B5EF4-FFF2-40B4-BE49-F238E27FC236}">
                <a16:creationId xmlns:a16="http://schemas.microsoft.com/office/drawing/2014/main" id="{A2CBA0C8-8315-9535-4023-D533F900E5EA}"/>
              </a:ext>
            </a:extLst>
          </p:cNvPr>
          <p:cNvCxnSpPr>
            <a:stCxn id="4" idx="3"/>
            <a:endCxn id="5" idx="1"/>
          </p:cNvCxnSpPr>
          <p:nvPr/>
        </p:nvCxnSpPr>
        <p:spPr>
          <a:xfrm>
            <a:off x="2468880" y="3342640"/>
            <a:ext cx="1036321"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F896AD95-BD94-028F-2395-A3DE57F8457E}"/>
              </a:ext>
            </a:extLst>
          </p:cNvPr>
          <p:cNvCxnSpPr/>
          <p:nvPr/>
        </p:nvCxnSpPr>
        <p:spPr>
          <a:xfrm>
            <a:off x="5608321" y="3332480"/>
            <a:ext cx="1036321"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B73A1B2-6193-1B43-2FB4-AC82963797AF}"/>
              </a:ext>
            </a:extLst>
          </p:cNvPr>
          <p:cNvCxnSpPr/>
          <p:nvPr/>
        </p:nvCxnSpPr>
        <p:spPr>
          <a:xfrm>
            <a:off x="8747762" y="3322320"/>
            <a:ext cx="1036321"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1348BA1D-D923-A475-C4C2-AEB5827D116A}"/>
              </a:ext>
            </a:extLst>
          </p:cNvPr>
          <p:cNvPicPr>
            <a:picLocks noChangeAspect="1"/>
          </p:cNvPicPr>
          <p:nvPr/>
        </p:nvPicPr>
        <p:blipFill>
          <a:blip r:embed="rId2"/>
          <a:stretch>
            <a:fillRect/>
          </a:stretch>
        </p:blipFill>
        <p:spPr>
          <a:xfrm>
            <a:off x="169545" y="4231957"/>
            <a:ext cx="2495550" cy="1685925"/>
          </a:xfrm>
          <a:prstGeom prst="rect">
            <a:avLst/>
          </a:prstGeom>
        </p:spPr>
      </p:pic>
      <p:pic>
        <p:nvPicPr>
          <p:cNvPr id="15" name="Picture 14">
            <a:extLst>
              <a:ext uri="{FF2B5EF4-FFF2-40B4-BE49-F238E27FC236}">
                <a16:creationId xmlns:a16="http://schemas.microsoft.com/office/drawing/2014/main" id="{FE01E619-1E13-0EDC-9D6B-D5AFBC67A89B}"/>
              </a:ext>
            </a:extLst>
          </p:cNvPr>
          <p:cNvPicPr>
            <a:picLocks noChangeAspect="1"/>
          </p:cNvPicPr>
          <p:nvPr/>
        </p:nvPicPr>
        <p:blipFill>
          <a:blip r:embed="rId3"/>
          <a:stretch>
            <a:fillRect/>
          </a:stretch>
        </p:blipFill>
        <p:spPr>
          <a:xfrm>
            <a:off x="3505201" y="4231957"/>
            <a:ext cx="1876425" cy="1466850"/>
          </a:xfrm>
          <a:prstGeom prst="rect">
            <a:avLst/>
          </a:prstGeom>
        </p:spPr>
      </p:pic>
      <p:pic>
        <p:nvPicPr>
          <p:cNvPr id="17" name="Picture 16">
            <a:extLst>
              <a:ext uri="{FF2B5EF4-FFF2-40B4-BE49-F238E27FC236}">
                <a16:creationId xmlns:a16="http://schemas.microsoft.com/office/drawing/2014/main" id="{445783A7-93AB-295F-D589-1AD2114E0816}"/>
              </a:ext>
            </a:extLst>
          </p:cNvPr>
          <p:cNvPicPr>
            <a:picLocks noChangeAspect="1"/>
          </p:cNvPicPr>
          <p:nvPr/>
        </p:nvPicPr>
        <p:blipFill>
          <a:blip r:embed="rId4"/>
          <a:stretch>
            <a:fillRect/>
          </a:stretch>
        </p:blipFill>
        <p:spPr>
          <a:xfrm>
            <a:off x="6522720" y="4231957"/>
            <a:ext cx="2371725" cy="1552575"/>
          </a:xfrm>
          <a:prstGeom prst="rect">
            <a:avLst/>
          </a:prstGeom>
        </p:spPr>
      </p:pic>
      <p:pic>
        <p:nvPicPr>
          <p:cNvPr id="19" name="Picture 18">
            <a:extLst>
              <a:ext uri="{FF2B5EF4-FFF2-40B4-BE49-F238E27FC236}">
                <a16:creationId xmlns:a16="http://schemas.microsoft.com/office/drawing/2014/main" id="{CA782A0C-C83F-311D-36BD-3AE0C7D13461}"/>
              </a:ext>
            </a:extLst>
          </p:cNvPr>
          <p:cNvPicPr>
            <a:picLocks noChangeAspect="1"/>
          </p:cNvPicPr>
          <p:nvPr/>
        </p:nvPicPr>
        <p:blipFill>
          <a:blip r:embed="rId5"/>
          <a:stretch>
            <a:fillRect/>
          </a:stretch>
        </p:blipFill>
        <p:spPr>
          <a:xfrm>
            <a:off x="9692640" y="4231957"/>
            <a:ext cx="2066925" cy="1657350"/>
          </a:xfrm>
          <a:prstGeom prst="rect">
            <a:avLst/>
          </a:prstGeom>
        </p:spPr>
      </p:pic>
      <p:sp>
        <p:nvSpPr>
          <p:cNvPr id="22" name="Freeform: Shape 21">
            <a:extLst>
              <a:ext uri="{FF2B5EF4-FFF2-40B4-BE49-F238E27FC236}">
                <a16:creationId xmlns:a16="http://schemas.microsoft.com/office/drawing/2014/main" id="{26B5EA21-59A5-E82E-6DDC-BA09DBDF3752}"/>
              </a:ext>
            </a:extLst>
          </p:cNvPr>
          <p:cNvSpPr/>
          <p:nvPr/>
        </p:nvSpPr>
        <p:spPr>
          <a:xfrm rot="16200000">
            <a:off x="5407146" y="-1248211"/>
            <a:ext cx="1809513" cy="15875001"/>
          </a:xfrm>
          <a:custGeom>
            <a:avLst/>
            <a:gdLst>
              <a:gd name="connsiteX0" fmla="*/ 1573696 w 1573696"/>
              <a:gd name="connsiteY0" fmla="*/ 11396284 h 13130030"/>
              <a:gd name="connsiteX1" fmla="*/ 1536762 w 1573696"/>
              <a:gd name="connsiteY1" fmla="*/ 11630900 h 13130030"/>
              <a:gd name="connsiteX2" fmla="*/ 939288 w 1573696"/>
              <a:gd name="connsiteY2" fmla="*/ 13130030 h 13130030"/>
              <a:gd name="connsiteX3" fmla="*/ 0 w 1573696"/>
              <a:gd name="connsiteY3" fmla="*/ 6565015 h 13130030"/>
              <a:gd name="connsiteX4" fmla="*/ 939288 w 1573696"/>
              <a:gd name="connsiteY4" fmla="*/ 0 h 13130030"/>
              <a:gd name="connsiteX5" fmla="*/ 1464453 w 1573696"/>
              <a:gd name="connsiteY5" fmla="*/ 1121202 h 13130030"/>
              <a:gd name="connsiteX6" fmla="*/ 1521901 w 1573696"/>
              <a:gd name="connsiteY6" fmla="*/ 1421457 h 13130030"/>
              <a:gd name="connsiteX7" fmla="*/ 1454613 w 1573696"/>
              <a:gd name="connsiteY7" fmla="*/ 1540996 h 13130030"/>
              <a:gd name="connsiteX8" fmla="*/ 939288 w 1573696"/>
              <a:gd name="connsiteY8" fmla="*/ 6380480 h 13130030"/>
              <a:gd name="connsiteX9" fmla="*/ 1524900 w 1573696"/>
              <a:gd name="connsiteY9" fmla="*/ 11344831 h 1313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3696" h="13130030">
                <a:moveTo>
                  <a:pt x="1573696" y="11396284"/>
                </a:moveTo>
                <a:lnTo>
                  <a:pt x="1536762" y="11630900"/>
                </a:lnTo>
                <a:cubicBezTo>
                  <a:pt x="1374398" y="12567438"/>
                  <a:pt x="1166243" y="13130030"/>
                  <a:pt x="939288" y="13130030"/>
                </a:cubicBezTo>
                <a:cubicBezTo>
                  <a:pt x="420534" y="13130030"/>
                  <a:pt x="0" y="10190773"/>
                  <a:pt x="0" y="6565015"/>
                </a:cubicBezTo>
                <a:cubicBezTo>
                  <a:pt x="0" y="2939257"/>
                  <a:pt x="420534" y="0"/>
                  <a:pt x="939288" y="0"/>
                </a:cubicBezTo>
                <a:cubicBezTo>
                  <a:pt x="1133821" y="0"/>
                  <a:pt x="1314542" y="413333"/>
                  <a:pt x="1464453" y="1121202"/>
                </a:cubicBezTo>
                <a:lnTo>
                  <a:pt x="1521901" y="1421457"/>
                </a:lnTo>
                <a:lnTo>
                  <a:pt x="1454613" y="1540996"/>
                </a:lnTo>
                <a:cubicBezTo>
                  <a:pt x="1156060" y="2182574"/>
                  <a:pt x="939288" y="4106623"/>
                  <a:pt x="939288" y="6380480"/>
                </a:cubicBezTo>
                <a:cubicBezTo>
                  <a:pt x="939288" y="8829249"/>
                  <a:pt x="1190691" y="10872324"/>
                  <a:pt x="1524900" y="11344831"/>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TextBox 27">
            <a:extLst>
              <a:ext uri="{FF2B5EF4-FFF2-40B4-BE49-F238E27FC236}">
                <a16:creationId xmlns:a16="http://schemas.microsoft.com/office/drawing/2014/main" id="{21DDEE5F-44B6-5CA0-4555-4330C55AF933}"/>
              </a:ext>
            </a:extLst>
          </p:cNvPr>
          <p:cNvSpPr txBox="1"/>
          <p:nvPr/>
        </p:nvSpPr>
        <p:spPr>
          <a:xfrm>
            <a:off x="1140143" y="322263"/>
            <a:ext cx="8936355" cy="769441"/>
          </a:xfrm>
          <a:prstGeom prst="rect">
            <a:avLst/>
          </a:prstGeom>
          <a:noFill/>
        </p:spPr>
        <p:txBody>
          <a:bodyPr wrap="square" rtlCol="0">
            <a:spAutoFit/>
          </a:bodyPr>
          <a:lstStyle/>
          <a:p>
            <a:pPr algn="ctr"/>
            <a:r>
              <a:rPr lang="en-US" sz="4400" b="1" dirty="0"/>
              <a:t>Model Development Workflow</a:t>
            </a:r>
          </a:p>
        </p:txBody>
      </p:sp>
    </p:spTree>
    <p:extLst>
      <p:ext uri="{BB962C8B-B14F-4D97-AF65-F5344CB8AC3E}">
        <p14:creationId xmlns:p14="http://schemas.microsoft.com/office/powerpoint/2010/main" val="562826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A8808F-E1FF-8271-08EB-A004D9F27535}"/>
              </a:ext>
            </a:extLst>
          </p:cNvPr>
          <p:cNvSpPr>
            <a:spLocks noGrp="1"/>
          </p:cNvSpPr>
          <p:nvPr>
            <p:ph type="title"/>
          </p:nvPr>
        </p:nvSpPr>
        <p:spPr>
          <a:xfrm>
            <a:off x="793662" y="386930"/>
            <a:ext cx="10066122" cy="1298448"/>
          </a:xfrm>
        </p:spPr>
        <p:txBody>
          <a:bodyPr anchor="b">
            <a:normAutofit/>
          </a:bodyPr>
          <a:lstStyle/>
          <a:p>
            <a:r>
              <a:rPr lang="en-US" sz="4800" b="1" dirty="0"/>
              <a:t>Model selection Strategy</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608AAFB-D9A2-6232-1ED2-5DA572784210}"/>
              </a:ext>
            </a:extLst>
          </p:cNvPr>
          <p:cNvSpPr>
            <a:spLocks noGrp="1"/>
          </p:cNvSpPr>
          <p:nvPr>
            <p:ph idx="1"/>
          </p:nvPr>
        </p:nvSpPr>
        <p:spPr>
          <a:xfrm>
            <a:off x="793661" y="2599509"/>
            <a:ext cx="4530898" cy="3639450"/>
          </a:xfrm>
        </p:spPr>
        <p:txBody>
          <a:bodyPr anchor="ctr">
            <a:normAutofit/>
          </a:bodyPr>
          <a:lstStyle/>
          <a:p>
            <a:pPr marL="0" indent="0">
              <a:buNone/>
              <a:defRPr sz="2000"/>
            </a:pPr>
            <a:r>
              <a:rPr lang="en-US" sz="2000" b="1" dirty="0"/>
              <a:t>Evaluation Metrics</a:t>
            </a:r>
          </a:p>
          <a:p>
            <a:pPr marL="0" indent="0">
              <a:buNone/>
              <a:defRPr sz="2000"/>
            </a:pPr>
            <a:r>
              <a:rPr lang="en-US" sz="2000" dirty="0"/>
              <a:t>ROC-AUC ≥ 0.80-distinguishing fraudulent vs. legitimate claims</a:t>
            </a:r>
          </a:p>
          <a:p>
            <a:pPr marL="0" indent="0">
              <a:buNone/>
              <a:defRPr sz="2000"/>
            </a:pPr>
            <a:r>
              <a:rPr lang="en-US" sz="2000" dirty="0"/>
              <a:t>Precision ≥ 60%-to ensure investigative efficiency and minimize false</a:t>
            </a:r>
          </a:p>
          <a:p>
            <a:pPr marL="0" indent="0">
              <a:buNone/>
              <a:defRPr sz="2000"/>
            </a:pPr>
            <a:r>
              <a:rPr lang="en-US" sz="2000" dirty="0"/>
              <a:t>Recall&gt; 50 %- to catch the majority of fraudulent claims</a:t>
            </a:r>
          </a:p>
          <a:p>
            <a:pPr marL="0" indent="0">
              <a:buNone/>
            </a:pPr>
            <a:r>
              <a:rPr lang="en-US" sz="2000" dirty="0"/>
              <a:t>Demonstrate financial benefit by reducing undetected fraud by 10–15%.</a:t>
            </a:r>
          </a:p>
        </p:txBody>
      </p:sp>
      <p:pic>
        <p:nvPicPr>
          <p:cNvPr id="4" name="Picture 3">
            <a:extLst>
              <a:ext uri="{FF2B5EF4-FFF2-40B4-BE49-F238E27FC236}">
                <a16:creationId xmlns:a16="http://schemas.microsoft.com/office/drawing/2014/main" id="{0D39A32C-4CD8-E86A-D0D3-C9189CB6687D}"/>
              </a:ext>
            </a:extLst>
          </p:cNvPr>
          <p:cNvPicPr>
            <a:picLocks noChangeAspect="1"/>
          </p:cNvPicPr>
          <p:nvPr/>
        </p:nvPicPr>
        <p:blipFill>
          <a:blip r:embed="rId3"/>
          <a:stretch>
            <a:fillRect/>
          </a:stretch>
        </p:blipFill>
        <p:spPr>
          <a:xfrm>
            <a:off x="5442858" y="2449287"/>
            <a:ext cx="5618952" cy="3411422"/>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9374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DB6B16-79D0-31DF-9571-97B0403DA2D4}"/>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kern="1200">
                <a:solidFill>
                  <a:schemeClr val="tx1"/>
                </a:solidFill>
                <a:latin typeface="+mj-lt"/>
                <a:ea typeface="+mj-ea"/>
                <a:cs typeface="+mj-cs"/>
              </a:rPr>
              <a:t>The goal is to</a:t>
            </a:r>
            <a:br>
              <a:rPr lang="en-US" sz="6000" kern="1200">
                <a:solidFill>
                  <a:schemeClr val="tx1"/>
                </a:solidFill>
                <a:latin typeface="+mj-lt"/>
                <a:ea typeface="+mj-ea"/>
                <a:cs typeface="+mj-cs"/>
              </a:rPr>
            </a:br>
            <a:endParaRPr lang="en-US" sz="6000" kern="120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0185A522-5DE0-DD7E-3106-0C9FF800FC7B}"/>
              </a:ext>
            </a:extLst>
          </p:cNvPr>
          <p:cNvSpPr>
            <a:spLocks noGrp="1"/>
          </p:cNvSpPr>
          <p:nvPr>
            <p:ph idx="1"/>
          </p:nvPr>
        </p:nvSpPr>
        <p:spPr>
          <a:xfrm>
            <a:off x="599609" y="4685288"/>
            <a:ext cx="4171994" cy="1035781"/>
          </a:xfrm>
        </p:spPr>
        <p:txBody>
          <a:bodyPr vert="horz" lIns="91440" tIns="45720" rIns="91440" bIns="45720" rtlCol="0">
            <a:normAutofit fontScale="92500" lnSpcReduction="20000"/>
          </a:bodyPr>
          <a:lstStyle/>
          <a:p>
            <a:pPr marL="0" indent="0">
              <a:buNone/>
            </a:pPr>
            <a:r>
              <a:rPr lang="en-US" sz="2000" b="1" kern="1200" dirty="0">
                <a:solidFill>
                  <a:schemeClr val="tx1"/>
                </a:solidFill>
                <a:latin typeface="+mn-lt"/>
                <a:ea typeface="+mn-ea"/>
                <a:cs typeface="+mn-cs"/>
              </a:rPr>
              <a:t>Identify key fraud predictors</a:t>
            </a:r>
          </a:p>
          <a:p>
            <a:pPr marL="0" indent="0">
              <a:buNone/>
            </a:pPr>
            <a:r>
              <a:rPr lang="en-US" sz="2000" b="1" dirty="0"/>
              <a:t>O</a:t>
            </a:r>
            <a:r>
              <a:rPr lang="en-US" sz="2000" b="1" kern="1200" dirty="0">
                <a:solidFill>
                  <a:schemeClr val="tx1"/>
                </a:solidFill>
                <a:latin typeface="+mn-lt"/>
                <a:ea typeface="+mn-ea"/>
                <a:cs typeface="+mn-cs"/>
              </a:rPr>
              <a:t>ptimize precision-recall balance</a:t>
            </a:r>
          </a:p>
          <a:p>
            <a:pPr marL="0" indent="0">
              <a:buNone/>
            </a:pPr>
            <a:r>
              <a:rPr lang="en-US" sz="2000" b="1" dirty="0"/>
              <a:t>M</a:t>
            </a:r>
            <a:r>
              <a:rPr lang="en-US" sz="2000" b="1" kern="1200" dirty="0">
                <a:solidFill>
                  <a:schemeClr val="tx1"/>
                </a:solidFill>
                <a:latin typeface="+mn-lt"/>
                <a:ea typeface="+mn-ea"/>
                <a:cs typeface="+mn-cs"/>
              </a:rPr>
              <a:t>inimize false alarms.</a:t>
            </a:r>
          </a:p>
        </p:txBody>
      </p:sp>
      <p:grpSp>
        <p:nvGrpSpPr>
          <p:cNvPr id="24" name="Group 23">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25" name="Straight Connector 24">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Key">
            <a:extLst>
              <a:ext uri="{FF2B5EF4-FFF2-40B4-BE49-F238E27FC236}">
                <a16:creationId xmlns:a16="http://schemas.microsoft.com/office/drawing/2014/main" id="{613EDF7C-4D32-2BA0-CAB5-EE30FD55090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40572" y="569297"/>
            <a:ext cx="5608830" cy="5608830"/>
          </a:xfrm>
          <a:prstGeom prst="rect">
            <a:avLst/>
          </a:prstGeom>
        </p:spPr>
      </p:pic>
    </p:spTree>
    <p:extLst>
      <p:ext uri="{BB962C8B-B14F-4D97-AF65-F5344CB8AC3E}">
        <p14:creationId xmlns:p14="http://schemas.microsoft.com/office/powerpoint/2010/main" val="374905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D77E97-BE8A-E59B-6811-E08FDB05B606}"/>
              </a:ext>
            </a:extLst>
          </p:cNvPr>
          <p:cNvSpPr>
            <a:spLocks noGrp="1"/>
          </p:cNvSpPr>
          <p:nvPr>
            <p:ph type="title"/>
          </p:nvPr>
        </p:nvSpPr>
        <p:spPr>
          <a:xfrm>
            <a:off x="630936" y="639520"/>
            <a:ext cx="3429000" cy="1719072"/>
          </a:xfrm>
        </p:spPr>
        <p:txBody>
          <a:bodyPr anchor="b">
            <a:normAutofit/>
          </a:bodyPr>
          <a:lstStyle/>
          <a:p>
            <a:r>
              <a:rPr lang="en-US" sz="5400"/>
              <a:t>Insights We  Uncoverd..</a:t>
            </a:r>
          </a:p>
        </p:txBody>
      </p:sp>
      <p:sp>
        <p:nvSpPr>
          <p:cNvPr id="2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36FD58C-4861-6FF9-A972-7C8BC8AAD4D5}"/>
              </a:ext>
            </a:extLst>
          </p:cNvPr>
          <p:cNvSpPr>
            <a:spLocks noGrp="1"/>
          </p:cNvSpPr>
          <p:nvPr>
            <p:ph idx="1"/>
          </p:nvPr>
        </p:nvSpPr>
        <p:spPr>
          <a:xfrm>
            <a:off x="630936" y="2807208"/>
            <a:ext cx="3429000" cy="3410712"/>
          </a:xfrm>
        </p:spPr>
        <p:txBody>
          <a:bodyPr anchor="t">
            <a:normAutofit/>
          </a:bodyPr>
          <a:lstStyle/>
          <a:p>
            <a:pPr marL="0" indent="0">
              <a:buNone/>
            </a:pPr>
            <a:r>
              <a:rPr lang="en-US" sz="3200" b="1" dirty="0"/>
              <a:t>What is the fraud rate by reporting behavior?</a:t>
            </a:r>
          </a:p>
        </p:txBody>
      </p:sp>
      <p:pic>
        <p:nvPicPr>
          <p:cNvPr id="5" name="Picture 4" descr="A graph of different colored bars&#10;&#10;AI-generated content may be incorrect.">
            <a:extLst>
              <a:ext uri="{FF2B5EF4-FFF2-40B4-BE49-F238E27FC236}">
                <a16:creationId xmlns:a16="http://schemas.microsoft.com/office/drawing/2014/main" id="{137B7B88-57F8-69B3-C1C6-6F735B3446A0}"/>
              </a:ext>
            </a:extLst>
          </p:cNvPr>
          <p:cNvPicPr>
            <a:picLocks noChangeAspect="1"/>
          </p:cNvPicPr>
          <p:nvPr/>
        </p:nvPicPr>
        <p:blipFill>
          <a:blip r:embed="rId2"/>
          <a:stretch>
            <a:fillRect/>
          </a:stretch>
        </p:blipFill>
        <p:spPr>
          <a:xfrm>
            <a:off x="4654296" y="865994"/>
            <a:ext cx="6903720" cy="5126012"/>
          </a:xfrm>
          <a:prstGeom prst="rect">
            <a:avLst/>
          </a:prstGeom>
        </p:spPr>
      </p:pic>
      <p:pic>
        <p:nvPicPr>
          <p:cNvPr id="4" name="Graphic 3" descr="Magnifying glass with solid fill">
            <a:extLst>
              <a:ext uri="{FF2B5EF4-FFF2-40B4-BE49-F238E27FC236}">
                <a16:creationId xmlns:a16="http://schemas.microsoft.com/office/drawing/2014/main" id="{B4F22A0F-2EB2-0767-18CE-92F70215FB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11300" y="6274316"/>
            <a:ext cx="622300" cy="622300"/>
          </a:xfrm>
          <a:prstGeom prst="rect">
            <a:avLst/>
          </a:prstGeom>
        </p:spPr>
      </p:pic>
      <p:sp>
        <p:nvSpPr>
          <p:cNvPr id="6" name="TextBox 5">
            <a:extLst>
              <a:ext uri="{FF2B5EF4-FFF2-40B4-BE49-F238E27FC236}">
                <a16:creationId xmlns:a16="http://schemas.microsoft.com/office/drawing/2014/main" id="{3517CFFF-4A09-A078-EF72-B5AB5AE667AA}"/>
              </a:ext>
            </a:extLst>
          </p:cNvPr>
          <p:cNvSpPr txBox="1"/>
          <p:nvPr/>
        </p:nvSpPr>
        <p:spPr>
          <a:xfrm>
            <a:off x="1943100" y="6400800"/>
            <a:ext cx="9817100" cy="369332"/>
          </a:xfrm>
          <a:prstGeom prst="rect">
            <a:avLst/>
          </a:prstGeom>
          <a:noFill/>
        </p:spPr>
        <p:txBody>
          <a:bodyPr wrap="square" rtlCol="0">
            <a:spAutoFit/>
          </a:bodyPr>
          <a:lstStyle/>
          <a:p>
            <a:r>
              <a:rPr lang="en-US" dirty="0"/>
              <a:t>Fraud rates higher in claims </a:t>
            </a:r>
            <a:r>
              <a:rPr lang="en-US" b="1" dirty="0"/>
              <a:t>without police reports</a:t>
            </a:r>
            <a:r>
              <a:rPr lang="en-US" dirty="0"/>
              <a:t>, </a:t>
            </a:r>
            <a:r>
              <a:rPr lang="en-US" b="1" dirty="0"/>
              <a:t>major damage, and multi-vehicle collisions</a:t>
            </a:r>
            <a:endParaRPr lang="en-US" dirty="0"/>
          </a:p>
        </p:txBody>
      </p:sp>
    </p:spTree>
    <p:extLst>
      <p:ext uri="{BB962C8B-B14F-4D97-AF65-F5344CB8AC3E}">
        <p14:creationId xmlns:p14="http://schemas.microsoft.com/office/powerpoint/2010/main" val="2026375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00A11-9305-DB5B-4714-EF65E51701FB}"/>
              </a:ext>
            </a:extLst>
          </p:cNvPr>
          <p:cNvSpPr>
            <a:spLocks noGrp="1"/>
          </p:cNvSpPr>
          <p:nvPr>
            <p:ph type="title"/>
          </p:nvPr>
        </p:nvSpPr>
        <p:spPr>
          <a:xfrm>
            <a:off x="1028700" y="1967266"/>
            <a:ext cx="2628900" cy="2547257"/>
          </a:xfrm>
          <a:solidFill>
            <a:schemeClr val="tx2">
              <a:lumMod val="25000"/>
              <a:lumOff val="75000"/>
            </a:schemeClr>
          </a:solidFill>
        </p:spPr>
        <p:txBody>
          <a:bodyPr vert="horz" lIns="91440" tIns="45720" rIns="91440" bIns="45720" rtlCol="0" anchor="ctr">
            <a:normAutofit fontScale="90000"/>
          </a:bodyPr>
          <a:lstStyle/>
          <a:p>
            <a:pPr algn="ctr"/>
            <a:r>
              <a:rPr lang="en-US" sz="3600" kern="1200" dirty="0">
                <a:solidFill>
                  <a:srgbClr val="FFFFFF"/>
                </a:solidFill>
                <a:latin typeface="+mj-lt"/>
                <a:ea typeface="+mj-ea"/>
                <a:cs typeface="+mj-cs"/>
              </a:rPr>
              <a:t>Fraud patterns </a:t>
            </a:r>
            <a:r>
              <a:rPr lang="en-US" sz="3600" dirty="0">
                <a:solidFill>
                  <a:srgbClr val="FFFFFF"/>
                </a:solidFill>
              </a:rPr>
              <a:t>across</a:t>
            </a:r>
            <a:r>
              <a:rPr lang="en-US" sz="3600" kern="1200" dirty="0">
                <a:solidFill>
                  <a:srgbClr val="FFFFFF"/>
                </a:solidFill>
                <a:latin typeface="+mj-lt"/>
                <a:ea typeface="+mj-ea"/>
                <a:cs typeface="+mj-cs"/>
              </a:rPr>
              <a:t> policy features and Claims attributes?</a:t>
            </a:r>
            <a:br>
              <a:rPr lang="en-US" sz="3600" kern="1200" dirty="0">
                <a:solidFill>
                  <a:srgbClr val="FFFFFF"/>
                </a:solidFill>
                <a:latin typeface="+mj-lt"/>
                <a:ea typeface="+mj-ea"/>
                <a:cs typeface="+mj-cs"/>
              </a:rPr>
            </a:br>
            <a:endParaRPr lang="en-US" sz="3600" kern="1200" dirty="0">
              <a:solidFill>
                <a:srgbClr val="FFFFFF"/>
              </a:solidFill>
              <a:latin typeface="+mj-lt"/>
              <a:ea typeface="+mj-ea"/>
              <a:cs typeface="+mj-cs"/>
            </a:endParaRPr>
          </a:p>
        </p:txBody>
      </p:sp>
      <p:pic>
        <p:nvPicPr>
          <p:cNvPr id="5" name="Content Placeholder 4" descr="A group of blue and orange bars&#10;&#10;AI-generated content may be incorrect.">
            <a:extLst>
              <a:ext uri="{FF2B5EF4-FFF2-40B4-BE49-F238E27FC236}">
                <a16:creationId xmlns:a16="http://schemas.microsoft.com/office/drawing/2014/main" id="{D3D3A64A-4D90-D136-526D-69408DD416C3}"/>
              </a:ext>
            </a:extLst>
          </p:cNvPr>
          <p:cNvPicPr>
            <a:picLocks noGrp="1" noChangeAspect="1"/>
          </p:cNvPicPr>
          <p:nvPr>
            <p:ph idx="1"/>
          </p:nvPr>
        </p:nvPicPr>
        <p:blipFill>
          <a:blip r:embed="rId2"/>
          <a:stretch>
            <a:fillRect/>
          </a:stretch>
        </p:blipFill>
        <p:spPr>
          <a:xfrm>
            <a:off x="4382600" y="886237"/>
            <a:ext cx="6780700" cy="5085525"/>
          </a:xfrm>
          <a:prstGeom prst="rect">
            <a:avLst/>
          </a:prstGeom>
        </p:spPr>
      </p:pic>
      <p:sp>
        <p:nvSpPr>
          <p:cNvPr id="3" name="TextBox 2">
            <a:extLst>
              <a:ext uri="{FF2B5EF4-FFF2-40B4-BE49-F238E27FC236}">
                <a16:creationId xmlns:a16="http://schemas.microsoft.com/office/drawing/2014/main" id="{6B25FC31-F2DF-6B91-D4C2-CBA90A537D45}"/>
              </a:ext>
            </a:extLst>
          </p:cNvPr>
          <p:cNvSpPr txBox="1"/>
          <p:nvPr/>
        </p:nvSpPr>
        <p:spPr>
          <a:xfrm>
            <a:off x="3206750" y="6295082"/>
            <a:ext cx="8597900" cy="461665"/>
          </a:xfrm>
          <a:prstGeom prst="rect">
            <a:avLst/>
          </a:prstGeom>
          <a:noFill/>
        </p:spPr>
        <p:txBody>
          <a:bodyPr wrap="square" rtlCol="0">
            <a:spAutoFit/>
          </a:bodyPr>
          <a:lstStyle/>
          <a:p>
            <a:pPr algn="ctr"/>
            <a:r>
              <a:rPr lang="en-US" sz="2400" b="1" dirty="0"/>
              <a:t>More Fraud in High-Premium Policies and Low Deductibles</a:t>
            </a:r>
          </a:p>
        </p:txBody>
      </p:sp>
      <p:pic>
        <p:nvPicPr>
          <p:cNvPr id="6" name="Graphic 5" descr="Magnifying glass with solid fill">
            <a:extLst>
              <a:ext uri="{FF2B5EF4-FFF2-40B4-BE49-F238E27FC236}">
                <a16:creationId xmlns:a16="http://schemas.microsoft.com/office/drawing/2014/main" id="{8FA35824-8838-F682-B85D-7254D07ADF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95600" y="6214765"/>
            <a:ext cx="622300" cy="622300"/>
          </a:xfrm>
          <a:prstGeom prst="rect">
            <a:avLst/>
          </a:prstGeom>
        </p:spPr>
      </p:pic>
    </p:spTree>
    <p:extLst>
      <p:ext uri="{BB962C8B-B14F-4D97-AF65-F5344CB8AC3E}">
        <p14:creationId xmlns:p14="http://schemas.microsoft.com/office/powerpoint/2010/main" val="3642599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455579-BC0E-5D2F-D900-779AB59328B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100" kern="1200">
                <a:solidFill>
                  <a:schemeClr val="tx1"/>
                </a:solidFill>
                <a:latin typeface="+mj-lt"/>
                <a:ea typeface="+mj-ea"/>
                <a:cs typeface="+mj-cs"/>
              </a:rPr>
              <a:t>Customer Attributes </a:t>
            </a:r>
            <a:r>
              <a:rPr lang="en-US" sz="6100"/>
              <a:t>vs</a:t>
            </a:r>
            <a:r>
              <a:rPr lang="en-US" sz="6100" kern="1200">
                <a:solidFill>
                  <a:schemeClr val="tx1"/>
                </a:solidFill>
                <a:latin typeface="+mj-lt"/>
                <a:ea typeface="+mj-ea"/>
                <a:cs typeface="+mj-cs"/>
              </a:rPr>
              <a:t> fraud?</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08CBC1C-3465-4E5B-530E-D113078DD334}"/>
              </a:ext>
            </a:extLst>
          </p:cNvPr>
          <p:cNvPicPr>
            <a:picLocks noGrp="1" noChangeAspect="1"/>
          </p:cNvPicPr>
          <p:nvPr>
            <p:ph idx="1"/>
          </p:nvPr>
        </p:nvPicPr>
        <p:blipFill>
          <a:blip r:embed="rId2"/>
          <a:stretch>
            <a:fillRect/>
          </a:stretch>
        </p:blipFill>
        <p:spPr>
          <a:xfrm>
            <a:off x="4654296" y="980351"/>
            <a:ext cx="7214616" cy="4869865"/>
          </a:xfrm>
          <a:prstGeom prst="rect">
            <a:avLst/>
          </a:prstGeom>
        </p:spPr>
      </p:pic>
      <p:sp>
        <p:nvSpPr>
          <p:cNvPr id="3" name="TextBox 2">
            <a:extLst>
              <a:ext uri="{FF2B5EF4-FFF2-40B4-BE49-F238E27FC236}">
                <a16:creationId xmlns:a16="http://schemas.microsoft.com/office/drawing/2014/main" id="{AA421626-43B3-3487-1CC9-B691470DF176}"/>
              </a:ext>
            </a:extLst>
          </p:cNvPr>
          <p:cNvSpPr txBox="1"/>
          <p:nvPr/>
        </p:nvSpPr>
        <p:spPr>
          <a:xfrm>
            <a:off x="285750" y="6360680"/>
            <a:ext cx="11620500" cy="338554"/>
          </a:xfrm>
          <a:prstGeom prst="rect">
            <a:avLst/>
          </a:prstGeom>
          <a:noFill/>
        </p:spPr>
        <p:txBody>
          <a:bodyPr wrap="square" rtlCol="0">
            <a:spAutoFit/>
          </a:bodyPr>
          <a:lstStyle/>
          <a:p>
            <a:pPr algn="r"/>
            <a:r>
              <a:rPr lang="en-US" sz="1600" b="1" dirty="0"/>
              <a:t>Managers, repair workers</a:t>
            </a:r>
            <a:r>
              <a:rPr lang="en-US" sz="1600" dirty="0"/>
              <a:t>, </a:t>
            </a:r>
            <a:r>
              <a:rPr lang="en-US" sz="1600" b="1" dirty="0"/>
              <a:t>people aged from 50–59</a:t>
            </a:r>
            <a:r>
              <a:rPr lang="en-US" sz="1600" dirty="0"/>
              <a:t>, and </a:t>
            </a:r>
            <a:r>
              <a:rPr lang="en-US" sz="1600" b="1" dirty="0"/>
              <a:t>non-family claimants</a:t>
            </a:r>
            <a:r>
              <a:rPr lang="en-US" sz="1600" dirty="0"/>
              <a:t> are more likely to</a:t>
            </a:r>
            <a:r>
              <a:rPr lang="en-US" sz="1600" b="1" dirty="0"/>
              <a:t> commit fraud</a:t>
            </a:r>
            <a:r>
              <a:rPr lang="en-US" sz="1600" dirty="0"/>
              <a:t>. </a:t>
            </a:r>
          </a:p>
        </p:txBody>
      </p:sp>
      <p:pic>
        <p:nvPicPr>
          <p:cNvPr id="4" name="Graphic 3" descr="Magnifying glass with solid fill">
            <a:extLst>
              <a:ext uri="{FF2B5EF4-FFF2-40B4-BE49-F238E27FC236}">
                <a16:creationId xmlns:a16="http://schemas.microsoft.com/office/drawing/2014/main" id="{7FDA3A76-D723-2061-1613-D8F7E9A85F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000" y="6282307"/>
            <a:ext cx="546100" cy="546100"/>
          </a:xfrm>
          <a:prstGeom prst="rect">
            <a:avLst/>
          </a:prstGeom>
        </p:spPr>
      </p:pic>
    </p:spTree>
    <p:extLst>
      <p:ext uri="{BB962C8B-B14F-4D97-AF65-F5344CB8AC3E}">
        <p14:creationId xmlns:p14="http://schemas.microsoft.com/office/powerpoint/2010/main" val="3098883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EF58B-78B9-473D-99C7-CC068774B2CB}"/>
              </a:ext>
            </a:extLst>
          </p:cNvPr>
          <p:cNvSpPr>
            <a:spLocks noGrp="1"/>
          </p:cNvSpPr>
          <p:nvPr>
            <p:ph type="title"/>
          </p:nvPr>
        </p:nvSpPr>
        <p:spPr>
          <a:xfrm>
            <a:off x="645064" y="525982"/>
            <a:ext cx="4282983" cy="1200361"/>
          </a:xfrm>
        </p:spPr>
        <p:txBody>
          <a:bodyPr anchor="b">
            <a:normAutofit/>
          </a:bodyPr>
          <a:lstStyle/>
          <a:p>
            <a:r>
              <a:rPr lang="en-US" sz="3600" b="1" dirty="0"/>
              <a:t>Feature Importance Analysis </a:t>
            </a:r>
          </a:p>
        </p:txBody>
      </p:sp>
      <p:sp>
        <p:nvSpPr>
          <p:cNvPr id="17" name="Rectangle 1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3F236C-A660-B1DA-9D69-18307874B6CA}"/>
              </a:ext>
            </a:extLst>
          </p:cNvPr>
          <p:cNvSpPr>
            <a:spLocks noGrp="1"/>
          </p:cNvSpPr>
          <p:nvPr>
            <p:ph idx="1"/>
          </p:nvPr>
        </p:nvSpPr>
        <p:spPr>
          <a:xfrm>
            <a:off x="645066" y="2031101"/>
            <a:ext cx="4282984" cy="3511943"/>
          </a:xfrm>
        </p:spPr>
        <p:txBody>
          <a:bodyPr anchor="ctr">
            <a:normAutofit/>
          </a:bodyPr>
          <a:lstStyle/>
          <a:p>
            <a:pPr marL="0" indent="0">
              <a:buNone/>
            </a:pPr>
            <a:r>
              <a:rPr lang="en-US" sz="1800" b="1" dirty="0"/>
              <a:t>Key predictors </a:t>
            </a:r>
            <a:r>
              <a:rPr lang="en-US" sz="1800" dirty="0"/>
              <a:t>like </a:t>
            </a:r>
            <a:r>
              <a:rPr lang="en-US" sz="1800" i="1" dirty="0"/>
              <a:t>collision type </a:t>
            </a:r>
            <a:r>
              <a:rPr lang="en-US" sz="1800" dirty="0"/>
              <a:t>and </a:t>
            </a:r>
            <a:r>
              <a:rPr lang="en-US" sz="1800" i="1" dirty="0"/>
              <a:t>claim amount </a:t>
            </a:r>
            <a:r>
              <a:rPr lang="en-US" sz="1800" dirty="0"/>
              <a:t>are top features that differentiate fraud from genuine claims.</a:t>
            </a:r>
          </a:p>
          <a:p>
            <a:endParaRPr lang="en-US" sz="1800" dirty="0"/>
          </a:p>
        </p:txBody>
      </p:sp>
      <p:sp>
        <p:nvSpPr>
          <p:cNvPr id="19" name="Rectangle 1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65E8F9F-72B2-63A5-46E1-08C63BD2B7AC}"/>
              </a:ext>
            </a:extLst>
          </p:cNvPr>
          <p:cNvPicPr>
            <a:picLocks noChangeAspect="1"/>
          </p:cNvPicPr>
          <p:nvPr/>
        </p:nvPicPr>
        <p:blipFill>
          <a:blip r:embed="rId2"/>
          <a:stretch>
            <a:fillRect/>
          </a:stretch>
        </p:blipFill>
        <p:spPr>
          <a:xfrm>
            <a:off x="5987738" y="1933700"/>
            <a:ext cx="5628018" cy="2757729"/>
          </a:xfrm>
          <a:prstGeom prst="rect">
            <a:avLst/>
          </a:prstGeom>
        </p:spPr>
      </p:pic>
    </p:spTree>
    <p:extLst>
      <p:ext uri="{BB962C8B-B14F-4D97-AF65-F5344CB8AC3E}">
        <p14:creationId xmlns:p14="http://schemas.microsoft.com/office/powerpoint/2010/main" val="1269755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D8DE58C-9097-D43E-D177-689843FC6132}"/>
              </a:ext>
            </a:extLst>
          </p:cNvPr>
          <p:cNvSpPr>
            <a:spLocks noGrp="1"/>
          </p:cNvSpPr>
          <p:nvPr>
            <p:ph type="title"/>
          </p:nvPr>
        </p:nvSpPr>
        <p:spPr>
          <a:xfrm>
            <a:off x="116405" y="349112"/>
            <a:ext cx="10044023" cy="877729"/>
          </a:xfrm>
        </p:spPr>
        <p:txBody>
          <a:bodyPr anchor="ctr">
            <a:noAutofit/>
          </a:bodyPr>
          <a:lstStyle/>
          <a:p>
            <a:r>
              <a:rPr lang="en-US" sz="7200" dirty="0">
                <a:solidFill>
                  <a:srgbClr val="FFFFFF"/>
                </a:solidFill>
              </a:rPr>
              <a:t>Expected Business Impact</a:t>
            </a:r>
          </a:p>
        </p:txBody>
      </p:sp>
      <p:graphicFrame>
        <p:nvGraphicFramePr>
          <p:cNvPr id="6" name="Content Placeholder 2">
            <a:extLst>
              <a:ext uri="{FF2B5EF4-FFF2-40B4-BE49-F238E27FC236}">
                <a16:creationId xmlns:a16="http://schemas.microsoft.com/office/drawing/2014/main" id="{06A14A96-38B5-15DB-E69A-57F9A6ECD1D9}"/>
              </a:ext>
            </a:extLst>
          </p:cNvPr>
          <p:cNvGraphicFramePr>
            <a:graphicFrameLocks noGrp="1"/>
          </p:cNvGraphicFramePr>
          <p:nvPr>
            <p:ph idx="1"/>
            <p:extLst>
              <p:ext uri="{D42A27DB-BD31-4B8C-83A1-F6EECF244321}">
                <p14:modId xmlns:p14="http://schemas.microsoft.com/office/powerpoint/2010/main" val="53489621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3818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8" name="Oval 47">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1B8850C-89DF-9CC2-3F5E-AD36C1FBE462}"/>
              </a:ext>
            </a:extLst>
          </p:cNvPr>
          <p:cNvSpPr>
            <a:spLocks noGrp="1"/>
          </p:cNvSpPr>
          <p:nvPr>
            <p:ph type="title"/>
          </p:nvPr>
        </p:nvSpPr>
        <p:spPr>
          <a:xfrm>
            <a:off x="630936" y="630936"/>
            <a:ext cx="6087364" cy="2096756"/>
          </a:xfrm>
          <a:noFill/>
        </p:spPr>
        <p:txBody>
          <a:bodyPr anchor="t">
            <a:normAutofit/>
          </a:bodyPr>
          <a:lstStyle/>
          <a:p>
            <a:r>
              <a:rPr lang="en-US" sz="4800" b="1" dirty="0">
                <a:solidFill>
                  <a:schemeClr val="bg1"/>
                </a:solidFill>
              </a:rPr>
              <a:t>OPERATIONAL IMPACT ON BUSINESS</a:t>
            </a:r>
            <a:br>
              <a:rPr lang="en-US" sz="4800" b="1" dirty="0">
                <a:solidFill>
                  <a:schemeClr val="bg1"/>
                </a:solidFill>
              </a:rPr>
            </a:br>
            <a:endParaRPr lang="en-US" sz="4800" dirty="0">
              <a:solidFill>
                <a:schemeClr val="bg1"/>
              </a:solidFill>
            </a:endParaRPr>
          </a:p>
        </p:txBody>
      </p:sp>
      <p:sp>
        <p:nvSpPr>
          <p:cNvPr id="55" name="Rectangle 54">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8" name="Straight Connector 57">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63" name="Rectangle 62">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6" name="Straight Connector 65">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72" name="Straight Connector 71">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Picture 3">
            <a:extLst>
              <a:ext uri="{FF2B5EF4-FFF2-40B4-BE49-F238E27FC236}">
                <a16:creationId xmlns:a16="http://schemas.microsoft.com/office/drawing/2014/main" id="{FA78477F-CC64-7025-363C-8C1ED23E5CCD}"/>
              </a:ext>
            </a:extLst>
          </p:cNvPr>
          <p:cNvPicPr>
            <a:picLocks noChangeAspect="1"/>
          </p:cNvPicPr>
          <p:nvPr/>
        </p:nvPicPr>
        <p:blipFill>
          <a:blip r:embed="rId2"/>
          <a:stretch>
            <a:fillRect/>
          </a:stretch>
        </p:blipFill>
        <p:spPr>
          <a:xfrm>
            <a:off x="630936" y="2290091"/>
            <a:ext cx="10759941" cy="3936969"/>
          </a:xfrm>
          <a:prstGeom prst="rect">
            <a:avLst/>
          </a:prstGeom>
        </p:spPr>
      </p:pic>
    </p:spTree>
    <p:extLst>
      <p:ext uri="{BB962C8B-B14F-4D97-AF65-F5344CB8AC3E}">
        <p14:creationId xmlns:p14="http://schemas.microsoft.com/office/powerpoint/2010/main" val="434280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107" name="Rectangle 10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8" name="Rectangle 107">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1F47F7-6A42-8A86-B58D-32A56C4276F2}"/>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b="1" dirty="0">
                <a:solidFill>
                  <a:srgbClr val="FFFFFF"/>
                </a:solidFill>
              </a:rPr>
              <a:t>Financial Business Impact</a:t>
            </a:r>
          </a:p>
        </p:txBody>
      </p:sp>
      <p:pic>
        <p:nvPicPr>
          <p:cNvPr id="5" name="Content Placeholder 4">
            <a:extLst>
              <a:ext uri="{FF2B5EF4-FFF2-40B4-BE49-F238E27FC236}">
                <a16:creationId xmlns:a16="http://schemas.microsoft.com/office/drawing/2014/main" id="{EC262131-F86B-A04D-165B-A6B740796242}"/>
              </a:ext>
            </a:extLst>
          </p:cNvPr>
          <p:cNvPicPr>
            <a:picLocks noChangeAspect="1"/>
          </p:cNvPicPr>
          <p:nvPr/>
        </p:nvPicPr>
        <p:blipFill>
          <a:blip r:embed="rId2"/>
          <a:stretch>
            <a:fillRect/>
          </a:stretch>
        </p:blipFill>
        <p:spPr>
          <a:xfrm>
            <a:off x="424543" y="3123216"/>
            <a:ext cx="5920620" cy="2187028"/>
          </a:xfrm>
          <a:prstGeom prst="rect">
            <a:avLst/>
          </a:prstGeom>
        </p:spPr>
      </p:pic>
      <p:pic>
        <p:nvPicPr>
          <p:cNvPr id="6" name="Content Placeholder 4">
            <a:extLst>
              <a:ext uri="{FF2B5EF4-FFF2-40B4-BE49-F238E27FC236}">
                <a16:creationId xmlns:a16="http://schemas.microsoft.com/office/drawing/2014/main" id="{F6DB25CF-9B46-D9A6-9A80-C7D6B178A2F3}"/>
              </a:ext>
            </a:extLst>
          </p:cNvPr>
          <p:cNvPicPr>
            <a:picLocks noChangeAspect="1"/>
          </p:cNvPicPr>
          <p:nvPr/>
        </p:nvPicPr>
        <p:blipFill>
          <a:blip r:embed="rId3"/>
          <a:stretch>
            <a:fillRect/>
          </a:stretch>
        </p:blipFill>
        <p:spPr>
          <a:xfrm>
            <a:off x="6769706" y="2188181"/>
            <a:ext cx="5131087" cy="3771348"/>
          </a:xfrm>
          <a:prstGeom prst="rect">
            <a:avLst/>
          </a:prstGeom>
        </p:spPr>
      </p:pic>
    </p:spTree>
    <p:extLst>
      <p:ext uri="{BB962C8B-B14F-4D97-AF65-F5344CB8AC3E}">
        <p14:creationId xmlns:p14="http://schemas.microsoft.com/office/powerpoint/2010/main" val="4030337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50000"/>
            <a:lumOff val="50000"/>
          </a:schemeClr>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38CD1F2-2CDE-4B42-BB23-EC7686F92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9827173-10F7-4BE6-8CC8-39A46D781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0FB2829-9E66-4DBD-BC15-FC5D73246D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6" name="Oval 25">
              <a:extLst>
                <a:ext uri="{FF2B5EF4-FFF2-40B4-BE49-F238E27FC236}">
                  <a16:creationId xmlns:a16="http://schemas.microsoft.com/office/drawing/2014/main" id="{E9EE2A32-8611-4375-B6B1-468FAD682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77E1DA0-3927-4F35-B8A3-D5D5563757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7BAA08B-588E-406F-899B-A6A7FC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8AA7C41-B331-402E-9453-95B3B8273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7060B3E-946D-4885-9B86-1D445209E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3046747-F284-4990-9ECA-3DF2C6E08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21301226-F3C6-4744-94AE-2460B381D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050E3A-4BEF-D246-C5E8-4C80667EA8FE}"/>
              </a:ext>
            </a:extLst>
          </p:cNvPr>
          <p:cNvSpPr>
            <a:spLocks noGrp="1"/>
          </p:cNvSpPr>
          <p:nvPr>
            <p:ph type="title"/>
          </p:nvPr>
        </p:nvSpPr>
        <p:spPr>
          <a:xfrm>
            <a:off x="629640" y="630935"/>
            <a:ext cx="5107366" cy="2096769"/>
          </a:xfrm>
          <a:noFill/>
        </p:spPr>
        <p:txBody>
          <a:bodyPr vert="horz" lIns="91440" tIns="45720" rIns="91440" bIns="45720" rtlCol="0" anchor="t">
            <a:normAutofit/>
          </a:bodyPr>
          <a:lstStyle/>
          <a:p>
            <a:r>
              <a:rPr lang="en-US" sz="4800" b="1" kern="1200" dirty="0">
                <a:solidFill>
                  <a:schemeClr val="bg1"/>
                </a:solidFill>
                <a:latin typeface="+mj-lt"/>
                <a:ea typeface="+mj-ea"/>
                <a:cs typeface="+mj-cs"/>
              </a:rPr>
              <a:t>Model Cost </a:t>
            </a:r>
            <a:r>
              <a:rPr lang="en-US" sz="4800" b="1" kern="1200" dirty="0" err="1">
                <a:solidFill>
                  <a:schemeClr val="bg1"/>
                </a:solidFill>
                <a:latin typeface="+mj-lt"/>
                <a:ea typeface="+mj-ea"/>
                <a:cs typeface="+mj-cs"/>
              </a:rPr>
              <a:t>Comparision</a:t>
            </a:r>
            <a:endParaRPr lang="en-US" sz="4800" b="1" kern="1200" dirty="0">
              <a:solidFill>
                <a:schemeClr val="bg1"/>
              </a:solidFill>
              <a:latin typeface="+mj-lt"/>
              <a:ea typeface="+mj-ea"/>
              <a:cs typeface="+mj-cs"/>
            </a:endParaRPr>
          </a:p>
        </p:txBody>
      </p:sp>
      <p:sp>
        <p:nvSpPr>
          <p:cNvPr id="35" name="Rectangle 34">
            <a:extLst>
              <a:ext uri="{FF2B5EF4-FFF2-40B4-BE49-F238E27FC236}">
                <a16:creationId xmlns:a16="http://schemas.microsoft.com/office/drawing/2014/main" id="{4EC57637-D435-4155-993A-0E3A8BBBA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0B81AE96-B9C7-4679-BC62-F2C79F2E8F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8" name="Straight Connector 37">
              <a:extLst>
                <a:ext uri="{FF2B5EF4-FFF2-40B4-BE49-F238E27FC236}">
                  <a16:creationId xmlns:a16="http://schemas.microsoft.com/office/drawing/2014/main" id="{BD4225F6-B312-47D5-8299-988BD17E0E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3C04A86-BCAE-473C-B18D-88FD5627C4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2CCD134-9351-4847-8741-FF5EAB4705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1470C83-08EE-4959-BA0A-F8846F524E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DBFD3A89-3666-47FE-913F-6C75228F5D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4" name="Straight Connector 43">
              <a:extLst>
                <a:ext uri="{FF2B5EF4-FFF2-40B4-BE49-F238E27FC236}">
                  <a16:creationId xmlns:a16="http://schemas.microsoft.com/office/drawing/2014/main" id="{AD6B60E5-039C-4E82-9B5C-984D6C46E1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3D05E89-A5D2-4DC0-B6B1-298EF0EF0A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337967A-8AB7-47D5-A75E-6341730E99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A068AD4-624D-4314-8C86-A3C0C3378C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Content Placeholder 4">
            <a:extLst>
              <a:ext uri="{FF2B5EF4-FFF2-40B4-BE49-F238E27FC236}">
                <a16:creationId xmlns:a16="http://schemas.microsoft.com/office/drawing/2014/main" id="{44A2C171-8CD7-1922-67B0-9AAE621BC8AD}"/>
              </a:ext>
            </a:extLst>
          </p:cNvPr>
          <p:cNvPicPr>
            <a:picLocks noChangeAspect="1"/>
          </p:cNvPicPr>
          <p:nvPr/>
        </p:nvPicPr>
        <p:blipFill>
          <a:blip r:embed="rId2"/>
          <a:stretch>
            <a:fillRect/>
          </a:stretch>
        </p:blipFill>
        <p:spPr>
          <a:xfrm>
            <a:off x="631359" y="3380012"/>
            <a:ext cx="10843065" cy="2277044"/>
          </a:xfrm>
          <a:prstGeom prst="rect">
            <a:avLst/>
          </a:prstGeom>
        </p:spPr>
      </p:pic>
      <p:grpSp>
        <p:nvGrpSpPr>
          <p:cNvPr id="49" name="Group 48">
            <a:extLst>
              <a:ext uri="{FF2B5EF4-FFF2-40B4-BE49-F238E27FC236}">
                <a16:creationId xmlns:a16="http://schemas.microsoft.com/office/drawing/2014/main" id="{ACA2F7C3-1A69-44EE-A8B6-A4552E2C84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50" name="Straight Connector 49">
              <a:extLst>
                <a:ext uri="{FF2B5EF4-FFF2-40B4-BE49-F238E27FC236}">
                  <a16:creationId xmlns:a16="http://schemas.microsoft.com/office/drawing/2014/main" id="{6E44AF4D-8873-43B3-8E29-803B7720E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AE89E8A-BD14-4974-818A-D8382DCD4D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21B80B9-448B-4363-9DD7-C074AB2AD7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7DA34E7-83FB-4CAA-94F3-CEF0869076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39271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4C76BB-D23B-AE15-DC2F-41F913E9E852}"/>
              </a:ext>
            </a:extLst>
          </p:cNvPr>
          <p:cNvSpPr txBox="1"/>
          <p:nvPr/>
        </p:nvSpPr>
        <p:spPr>
          <a:xfrm>
            <a:off x="699713" y="248038"/>
            <a:ext cx="7063721"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b="1" kern="1200">
                <a:solidFill>
                  <a:srgbClr val="FFFFFF"/>
                </a:solidFill>
                <a:latin typeface="+mj-lt"/>
                <a:ea typeface="+mj-ea"/>
                <a:cs typeface="+mj-cs"/>
              </a:rPr>
              <a:t>MODEL PERFORMANCE AND COST COMPARISION</a:t>
            </a:r>
          </a:p>
        </p:txBody>
      </p:sp>
      <p:pic>
        <p:nvPicPr>
          <p:cNvPr id="32" name="Picture 31">
            <a:extLst>
              <a:ext uri="{FF2B5EF4-FFF2-40B4-BE49-F238E27FC236}">
                <a16:creationId xmlns:a16="http://schemas.microsoft.com/office/drawing/2014/main" id="{C1E0DC59-E5E6-2B6F-33EA-C7415A216069}"/>
              </a:ext>
            </a:extLst>
          </p:cNvPr>
          <p:cNvPicPr>
            <a:picLocks noChangeAspect="1"/>
          </p:cNvPicPr>
          <p:nvPr/>
        </p:nvPicPr>
        <p:blipFill>
          <a:blip r:embed="rId2"/>
          <a:stretch>
            <a:fillRect/>
          </a:stretch>
        </p:blipFill>
        <p:spPr>
          <a:xfrm>
            <a:off x="2190596" y="1966293"/>
            <a:ext cx="7810807" cy="4452160"/>
          </a:xfrm>
          <a:prstGeom prst="rect">
            <a:avLst/>
          </a:prstGeom>
        </p:spPr>
      </p:pic>
    </p:spTree>
    <p:extLst>
      <p:ext uri="{BB962C8B-B14F-4D97-AF65-F5344CB8AC3E}">
        <p14:creationId xmlns:p14="http://schemas.microsoft.com/office/powerpoint/2010/main" val="355888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3782E-0B5D-5746-335A-B712A70666A9}"/>
              </a:ext>
            </a:extLst>
          </p:cNvPr>
          <p:cNvSpPr>
            <a:spLocks noGrp="1"/>
          </p:cNvSpPr>
          <p:nvPr>
            <p:ph type="title"/>
          </p:nvPr>
        </p:nvSpPr>
        <p:spPr>
          <a:xfrm>
            <a:off x="5657580" y="586515"/>
            <a:ext cx="4818888" cy="1476801"/>
          </a:xfrm>
        </p:spPr>
        <p:txBody>
          <a:bodyPr anchor="b">
            <a:normAutofit fontScale="90000"/>
          </a:bodyPr>
          <a:lstStyle/>
          <a:p>
            <a:r>
              <a:rPr lang="en-US" sz="3400" b="1" dirty="0"/>
              <a:t>Strategic Business Impact</a:t>
            </a:r>
            <a:r>
              <a:rPr lang="en-US" sz="3400" dirty="0"/>
              <a:t>:</a:t>
            </a:r>
            <a:br>
              <a:rPr lang="en-US" sz="3400" dirty="0"/>
            </a:br>
            <a:endParaRPr lang="en-US" sz="3400" dirty="0"/>
          </a:p>
        </p:txBody>
      </p:sp>
      <p:pic>
        <p:nvPicPr>
          <p:cNvPr id="7" name="Graphic 6" descr="Handshake">
            <a:extLst>
              <a:ext uri="{FF2B5EF4-FFF2-40B4-BE49-F238E27FC236}">
                <a16:creationId xmlns:a16="http://schemas.microsoft.com/office/drawing/2014/main" id="{531F6A81-6D70-6450-8A61-3B51EC9081E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0936" y="699516"/>
            <a:ext cx="5458968" cy="5458968"/>
          </a:xfrm>
          <a:prstGeom prst="rect">
            <a:avLst/>
          </a:prstGeom>
        </p:spPr>
      </p:pic>
      <p:sp>
        <p:nvSpPr>
          <p:cNvPr id="31"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3C9E5B19-9EC5-CA36-F974-15FAAE7FFABA}"/>
              </a:ext>
            </a:extLst>
          </p:cNvPr>
          <p:cNvSpPr>
            <a:spLocks noGrp="1" noChangeArrowheads="1"/>
          </p:cNvSpPr>
          <p:nvPr>
            <p:ph idx="1"/>
          </p:nvPr>
        </p:nvSpPr>
        <p:spPr bwMode="auto">
          <a:xfrm>
            <a:off x="5732206" y="2664886"/>
            <a:ext cx="5825810" cy="355078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200" b="0" i="0" u="none" strike="noStrike" cap="none" normalizeH="0" baseline="0" dirty="0">
                <a:ln>
                  <a:noFill/>
                </a:ln>
                <a:effectLst/>
                <a:latin typeface="Arial" panose="020B0604020202020204" pitchFamily="34" charset="0"/>
              </a:rPr>
              <a:t>Customer trust and retention</a:t>
            </a:r>
          </a:p>
          <a:p>
            <a:pPr marL="0" marR="0" lvl="0" indent="0" defTabSz="914400" rtl="0" eaLnBrk="0" fontAlgn="base" latinLnBrk="0" hangingPunct="0">
              <a:spcBef>
                <a:spcPct val="0"/>
              </a:spcBef>
              <a:spcAft>
                <a:spcPts val="600"/>
              </a:spcAft>
              <a:buClrTx/>
              <a:buSzTx/>
              <a:buFontTx/>
              <a:buChar char="•"/>
              <a:tabLst/>
            </a:pPr>
            <a:endParaRPr kumimoji="0" lang="en-US" altLang="en-US" sz="2200" b="0" i="0" u="none" strike="noStrike" cap="none" normalizeH="0" baseline="0" dirty="0">
              <a:ln>
                <a:noFill/>
              </a:ln>
              <a:effectLst/>
              <a:latin typeface="Arial" panose="020B0604020202020204" pitchFamily="34" charset="0"/>
            </a:endParaRPr>
          </a:p>
          <a:p>
            <a:pPr marL="0" indent="0" eaLnBrk="0" fontAlgn="base" hangingPunct="0">
              <a:spcBef>
                <a:spcPct val="0"/>
              </a:spcBef>
              <a:spcAft>
                <a:spcPts val="600"/>
              </a:spcAft>
              <a:buFontTx/>
              <a:buChar char="•"/>
            </a:pPr>
            <a:r>
              <a:rPr kumimoji="0" lang="en-US" altLang="en-US" sz="2200" b="0" i="0" u="none" strike="noStrike" cap="none" normalizeH="0" baseline="0" dirty="0">
                <a:ln>
                  <a:noFill/>
                </a:ln>
                <a:effectLst/>
                <a:latin typeface="Arial" panose="020B0604020202020204" pitchFamily="34" charset="0"/>
              </a:rPr>
              <a:t>Competitive advantage and </a:t>
            </a:r>
            <a:r>
              <a:rPr lang="en-US" altLang="en-US" sz="2200" dirty="0">
                <a:latin typeface="Arial" panose="020B0604020202020204" pitchFamily="34" charset="0"/>
              </a:rPr>
              <a:t>leadership positioning</a:t>
            </a:r>
          </a:p>
          <a:p>
            <a:pPr marL="0" indent="0" eaLnBrk="0" fontAlgn="base" hangingPunct="0">
              <a:spcBef>
                <a:spcPct val="0"/>
              </a:spcBef>
              <a:spcAft>
                <a:spcPts val="600"/>
              </a:spcAft>
              <a:buNone/>
            </a:pPr>
            <a:endParaRPr kumimoji="0" lang="en-US" altLang="en-US" sz="2200" b="0" i="0" u="none" strike="noStrike" cap="none" normalizeH="0" baseline="0" dirty="0">
              <a:ln>
                <a:noFill/>
              </a:ln>
              <a:effectLst/>
              <a:latin typeface="Arial" panose="020B0604020202020204" pitchFamily="34" charset="0"/>
            </a:endParaRPr>
          </a:p>
          <a:p>
            <a:pPr marL="0" lvl="0" indent="0" eaLnBrk="0" fontAlgn="base" hangingPunct="0">
              <a:spcBef>
                <a:spcPct val="0"/>
              </a:spcBef>
              <a:spcAft>
                <a:spcPts val="600"/>
              </a:spcAft>
              <a:buFontTx/>
              <a:buChar char="•"/>
            </a:pPr>
            <a:r>
              <a:rPr kumimoji="0" lang="en-US" altLang="en-US" sz="2200" b="0" i="0" u="none" strike="noStrike" cap="none" normalizeH="0" baseline="0" dirty="0">
                <a:ln>
                  <a:noFill/>
                </a:ln>
                <a:effectLst/>
                <a:latin typeface="Arial" panose="020B0604020202020204" pitchFamily="34" charset="0"/>
              </a:rPr>
              <a:t> Data-driven insights </a:t>
            </a:r>
            <a:r>
              <a:rPr lang="en-US" sz="2400" dirty="0"/>
              <a:t>to make smarter decisions about insurance pricing and risk control</a:t>
            </a:r>
            <a:endParaRPr kumimoji="0" lang="en-US" altLang="en-US" sz="22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470558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E02DC196-8FF8-C96F-8F1F-459FB8BAC3D8}"/>
              </a:ext>
            </a:extLst>
          </p:cNvPr>
          <p:cNvSpPr/>
          <p:nvPr/>
        </p:nvSpPr>
        <p:spPr>
          <a:xfrm>
            <a:off x="88900" y="2774950"/>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Where</a:t>
            </a:r>
          </a:p>
        </p:txBody>
      </p:sp>
      <p:sp>
        <p:nvSpPr>
          <p:cNvPr id="8" name="Rectangle: Rounded Corners 7">
            <a:extLst>
              <a:ext uri="{FF2B5EF4-FFF2-40B4-BE49-F238E27FC236}">
                <a16:creationId xmlns:a16="http://schemas.microsoft.com/office/drawing/2014/main" id="{8FC4323D-C371-8FF2-DF4A-0101BA7A4967}"/>
              </a:ext>
            </a:extLst>
          </p:cNvPr>
          <p:cNvSpPr/>
          <p:nvPr/>
        </p:nvSpPr>
        <p:spPr>
          <a:xfrm>
            <a:off x="3222626" y="2774950"/>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How</a:t>
            </a:r>
          </a:p>
        </p:txBody>
      </p:sp>
      <p:sp>
        <p:nvSpPr>
          <p:cNvPr id="9" name="Rectangle: Rounded Corners 8">
            <a:extLst>
              <a:ext uri="{FF2B5EF4-FFF2-40B4-BE49-F238E27FC236}">
                <a16:creationId xmlns:a16="http://schemas.microsoft.com/office/drawing/2014/main" id="{D066EDBF-9384-156C-5A64-8266216C53C8}"/>
              </a:ext>
            </a:extLst>
          </p:cNvPr>
          <p:cNvSpPr/>
          <p:nvPr/>
        </p:nvSpPr>
        <p:spPr>
          <a:xfrm>
            <a:off x="6356352" y="2774950"/>
            <a:ext cx="273685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Monitor</a:t>
            </a:r>
          </a:p>
        </p:txBody>
      </p:sp>
      <p:sp>
        <p:nvSpPr>
          <p:cNvPr id="10" name="Rectangle: Rounded Corners 9">
            <a:extLst>
              <a:ext uri="{FF2B5EF4-FFF2-40B4-BE49-F238E27FC236}">
                <a16:creationId xmlns:a16="http://schemas.microsoft.com/office/drawing/2014/main" id="{DCB975D7-B008-777D-7E4A-E8AE5A71BD03}"/>
              </a:ext>
            </a:extLst>
          </p:cNvPr>
          <p:cNvSpPr/>
          <p:nvPr/>
        </p:nvSpPr>
        <p:spPr>
          <a:xfrm>
            <a:off x="9302750" y="2774950"/>
            <a:ext cx="27940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1"/>
                </a:solidFill>
              </a:rPr>
              <a:t>Outcome</a:t>
            </a:r>
          </a:p>
        </p:txBody>
      </p:sp>
      <p:sp>
        <p:nvSpPr>
          <p:cNvPr id="17" name="TextBox 16">
            <a:extLst>
              <a:ext uri="{FF2B5EF4-FFF2-40B4-BE49-F238E27FC236}">
                <a16:creationId xmlns:a16="http://schemas.microsoft.com/office/drawing/2014/main" id="{530CEE40-0D50-074A-25BD-72D3B3C54103}"/>
              </a:ext>
            </a:extLst>
          </p:cNvPr>
          <p:cNvSpPr txBox="1"/>
          <p:nvPr/>
        </p:nvSpPr>
        <p:spPr>
          <a:xfrm>
            <a:off x="1511300" y="762000"/>
            <a:ext cx="9410700" cy="1015663"/>
          </a:xfrm>
          <a:prstGeom prst="rect">
            <a:avLst/>
          </a:prstGeom>
          <a:noFill/>
        </p:spPr>
        <p:txBody>
          <a:bodyPr wrap="square">
            <a:spAutoFit/>
          </a:bodyPr>
          <a:lstStyle/>
          <a:p>
            <a:r>
              <a:rPr lang="en-US" sz="6000" b="1" dirty="0"/>
              <a:t>Solution Deployment Plan</a:t>
            </a:r>
          </a:p>
        </p:txBody>
      </p:sp>
    </p:spTree>
    <p:extLst>
      <p:ext uri="{BB962C8B-B14F-4D97-AF65-F5344CB8AC3E}">
        <p14:creationId xmlns:p14="http://schemas.microsoft.com/office/powerpoint/2010/main" val="1651751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DC379-5E7D-AD44-6CA2-F6D7021C3E37}"/>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CCDEACA1-394B-C33A-96C1-8BD2031859CE}"/>
              </a:ext>
            </a:extLst>
          </p:cNvPr>
          <p:cNvSpPr/>
          <p:nvPr/>
        </p:nvSpPr>
        <p:spPr>
          <a:xfrm>
            <a:off x="196962"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Where</a:t>
            </a:r>
          </a:p>
        </p:txBody>
      </p:sp>
      <p:sp>
        <p:nvSpPr>
          <p:cNvPr id="8" name="Rectangle: Rounded Corners 7">
            <a:extLst>
              <a:ext uri="{FF2B5EF4-FFF2-40B4-BE49-F238E27FC236}">
                <a16:creationId xmlns:a16="http://schemas.microsoft.com/office/drawing/2014/main" id="{8937A45B-A613-41BB-1983-7C50641EECB4}"/>
              </a:ext>
            </a:extLst>
          </p:cNvPr>
          <p:cNvSpPr/>
          <p:nvPr/>
        </p:nvSpPr>
        <p:spPr>
          <a:xfrm>
            <a:off x="3222626" y="50800"/>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How</a:t>
            </a:r>
          </a:p>
        </p:txBody>
      </p:sp>
      <p:sp>
        <p:nvSpPr>
          <p:cNvPr id="9" name="Rectangle: Rounded Corners 8">
            <a:extLst>
              <a:ext uri="{FF2B5EF4-FFF2-40B4-BE49-F238E27FC236}">
                <a16:creationId xmlns:a16="http://schemas.microsoft.com/office/drawing/2014/main" id="{78BBE416-63E0-AC1B-DF44-D44CCF8E0838}"/>
              </a:ext>
            </a:extLst>
          </p:cNvPr>
          <p:cNvSpPr/>
          <p:nvPr/>
        </p:nvSpPr>
        <p:spPr>
          <a:xfrm>
            <a:off x="6356352" y="50800"/>
            <a:ext cx="273685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Monitor</a:t>
            </a:r>
          </a:p>
        </p:txBody>
      </p:sp>
      <p:sp>
        <p:nvSpPr>
          <p:cNvPr id="10" name="Rectangle: Rounded Corners 9">
            <a:extLst>
              <a:ext uri="{FF2B5EF4-FFF2-40B4-BE49-F238E27FC236}">
                <a16:creationId xmlns:a16="http://schemas.microsoft.com/office/drawing/2014/main" id="{2D9A3B83-C321-E225-160D-F6A9A6ECFFB3}"/>
              </a:ext>
            </a:extLst>
          </p:cNvPr>
          <p:cNvSpPr/>
          <p:nvPr/>
        </p:nvSpPr>
        <p:spPr>
          <a:xfrm>
            <a:off x="9302750" y="50800"/>
            <a:ext cx="27940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Outcome</a:t>
            </a:r>
          </a:p>
        </p:txBody>
      </p:sp>
      <p:sp>
        <p:nvSpPr>
          <p:cNvPr id="11" name="Rectangle 10">
            <a:extLst>
              <a:ext uri="{FF2B5EF4-FFF2-40B4-BE49-F238E27FC236}">
                <a16:creationId xmlns:a16="http://schemas.microsoft.com/office/drawing/2014/main" id="{55A8E603-57A0-291C-36E5-AF133834F31C}"/>
              </a:ext>
            </a:extLst>
          </p:cNvPr>
          <p:cNvSpPr/>
          <p:nvPr/>
        </p:nvSpPr>
        <p:spPr>
          <a:xfrm>
            <a:off x="3222626" y="50800"/>
            <a:ext cx="8969374" cy="680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descr="Cloud Computing with solid fill">
            <a:extLst>
              <a:ext uri="{FF2B5EF4-FFF2-40B4-BE49-F238E27FC236}">
                <a16:creationId xmlns:a16="http://schemas.microsoft.com/office/drawing/2014/main" id="{1B8F658F-BC5F-4942-1389-A2173DF345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0837" y="3001283"/>
            <a:ext cx="914400" cy="914400"/>
          </a:xfrm>
          <a:prstGeom prst="rect">
            <a:avLst/>
          </a:prstGeom>
        </p:spPr>
      </p:pic>
      <p:pic>
        <p:nvPicPr>
          <p:cNvPr id="15" name="Picture 14" descr="A blue cloud with yellow lines and white text&#10;&#10;AI-generated content may be incorrect.">
            <a:extLst>
              <a:ext uri="{FF2B5EF4-FFF2-40B4-BE49-F238E27FC236}">
                <a16:creationId xmlns:a16="http://schemas.microsoft.com/office/drawing/2014/main" id="{7F14EBD7-8BFB-0238-D070-9C6F911652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6900" y="3035985"/>
            <a:ext cx="879698" cy="879698"/>
          </a:xfrm>
          <a:prstGeom prst="rect">
            <a:avLst/>
          </a:prstGeom>
        </p:spPr>
      </p:pic>
      <p:sp>
        <p:nvSpPr>
          <p:cNvPr id="3" name="TextBox 2">
            <a:extLst>
              <a:ext uri="{FF2B5EF4-FFF2-40B4-BE49-F238E27FC236}">
                <a16:creationId xmlns:a16="http://schemas.microsoft.com/office/drawing/2014/main" id="{5D2D6E2A-6730-4822-7895-07B9F54D9177}"/>
              </a:ext>
            </a:extLst>
          </p:cNvPr>
          <p:cNvSpPr txBox="1"/>
          <p:nvPr/>
        </p:nvSpPr>
        <p:spPr>
          <a:xfrm>
            <a:off x="114300" y="4356100"/>
            <a:ext cx="2638648" cy="1200329"/>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I</a:t>
            </a:r>
            <a:r>
              <a:rPr lang="en-US" sz="2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ntegrated with the claims management</a:t>
            </a:r>
            <a:endParaRPr lang="en-US" sz="2400" b="1" dirty="0"/>
          </a:p>
        </p:txBody>
      </p:sp>
    </p:spTree>
    <p:extLst>
      <p:ext uri="{BB962C8B-B14F-4D97-AF65-F5344CB8AC3E}">
        <p14:creationId xmlns:p14="http://schemas.microsoft.com/office/powerpoint/2010/main" val="175395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B9792-239E-F15A-B355-4A89234AF210}"/>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6FC9064-251D-964F-26E4-D61B00711ECA}"/>
              </a:ext>
            </a:extLst>
          </p:cNvPr>
          <p:cNvSpPr/>
          <p:nvPr/>
        </p:nvSpPr>
        <p:spPr>
          <a:xfrm>
            <a:off x="196962"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Where</a:t>
            </a:r>
          </a:p>
        </p:txBody>
      </p:sp>
      <p:sp>
        <p:nvSpPr>
          <p:cNvPr id="8" name="Rectangle: Rounded Corners 7">
            <a:extLst>
              <a:ext uri="{FF2B5EF4-FFF2-40B4-BE49-F238E27FC236}">
                <a16:creationId xmlns:a16="http://schemas.microsoft.com/office/drawing/2014/main" id="{2B3EDB15-EA57-46D4-DEF2-AF7191E9D995}"/>
              </a:ext>
            </a:extLst>
          </p:cNvPr>
          <p:cNvSpPr/>
          <p:nvPr/>
        </p:nvSpPr>
        <p:spPr>
          <a:xfrm>
            <a:off x="3251200"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How</a:t>
            </a:r>
          </a:p>
        </p:txBody>
      </p:sp>
      <p:sp>
        <p:nvSpPr>
          <p:cNvPr id="9" name="Rectangle: Rounded Corners 8">
            <a:extLst>
              <a:ext uri="{FF2B5EF4-FFF2-40B4-BE49-F238E27FC236}">
                <a16:creationId xmlns:a16="http://schemas.microsoft.com/office/drawing/2014/main" id="{36655B8C-3640-E364-3688-1102336A62E1}"/>
              </a:ext>
            </a:extLst>
          </p:cNvPr>
          <p:cNvSpPr/>
          <p:nvPr/>
        </p:nvSpPr>
        <p:spPr>
          <a:xfrm>
            <a:off x="6305438" y="1537146"/>
            <a:ext cx="273685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Monitor</a:t>
            </a:r>
          </a:p>
        </p:txBody>
      </p:sp>
      <p:sp>
        <p:nvSpPr>
          <p:cNvPr id="10" name="Rectangle: Rounded Corners 9">
            <a:extLst>
              <a:ext uri="{FF2B5EF4-FFF2-40B4-BE49-F238E27FC236}">
                <a16:creationId xmlns:a16="http://schemas.microsoft.com/office/drawing/2014/main" id="{F71C6EC5-6A74-C264-9D80-7B1F2884D74E}"/>
              </a:ext>
            </a:extLst>
          </p:cNvPr>
          <p:cNvSpPr/>
          <p:nvPr/>
        </p:nvSpPr>
        <p:spPr>
          <a:xfrm>
            <a:off x="9251726" y="1537146"/>
            <a:ext cx="27940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Outcome</a:t>
            </a:r>
          </a:p>
        </p:txBody>
      </p:sp>
      <p:pic>
        <p:nvPicPr>
          <p:cNvPr id="13" name="Graphic 12" descr="Cloud Computing with solid fill">
            <a:extLst>
              <a:ext uri="{FF2B5EF4-FFF2-40B4-BE49-F238E27FC236}">
                <a16:creationId xmlns:a16="http://schemas.microsoft.com/office/drawing/2014/main" id="{548FCA88-F262-99D9-638B-B51C10EF49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0837" y="3001283"/>
            <a:ext cx="914400" cy="914400"/>
          </a:xfrm>
          <a:prstGeom prst="rect">
            <a:avLst/>
          </a:prstGeom>
        </p:spPr>
      </p:pic>
      <p:pic>
        <p:nvPicPr>
          <p:cNvPr id="15" name="Picture 14" descr="A blue cloud with yellow lines and white text&#10;&#10;AI-generated content may be incorrect.">
            <a:extLst>
              <a:ext uri="{FF2B5EF4-FFF2-40B4-BE49-F238E27FC236}">
                <a16:creationId xmlns:a16="http://schemas.microsoft.com/office/drawing/2014/main" id="{D3980A04-9FC0-4BF2-3724-27802B1520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6900" y="3035985"/>
            <a:ext cx="879698" cy="879698"/>
          </a:xfrm>
          <a:prstGeom prst="rect">
            <a:avLst/>
          </a:prstGeom>
        </p:spPr>
      </p:pic>
      <p:sp>
        <p:nvSpPr>
          <p:cNvPr id="3" name="TextBox 2">
            <a:extLst>
              <a:ext uri="{FF2B5EF4-FFF2-40B4-BE49-F238E27FC236}">
                <a16:creationId xmlns:a16="http://schemas.microsoft.com/office/drawing/2014/main" id="{8EAB375C-B658-B1DF-F2CC-8D5478A1D375}"/>
              </a:ext>
            </a:extLst>
          </p:cNvPr>
          <p:cNvSpPr txBox="1"/>
          <p:nvPr/>
        </p:nvSpPr>
        <p:spPr>
          <a:xfrm>
            <a:off x="114300" y="4356100"/>
            <a:ext cx="2638648" cy="1200329"/>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I</a:t>
            </a:r>
            <a:r>
              <a:rPr lang="en-US" sz="2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ntegrated with the claims management</a:t>
            </a:r>
            <a:endParaRPr lang="en-US" sz="2400" b="1" dirty="0"/>
          </a:p>
        </p:txBody>
      </p:sp>
      <p:sp>
        <p:nvSpPr>
          <p:cNvPr id="2" name="Rectangle 1">
            <a:extLst>
              <a:ext uri="{FF2B5EF4-FFF2-40B4-BE49-F238E27FC236}">
                <a16:creationId xmlns:a16="http://schemas.microsoft.com/office/drawing/2014/main" id="{7946E42E-2901-496B-D806-25E68013BCA8}"/>
              </a:ext>
            </a:extLst>
          </p:cNvPr>
          <p:cNvSpPr/>
          <p:nvPr/>
        </p:nvSpPr>
        <p:spPr>
          <a:xfrm>
            <a:off x="0" y="0"/>
            <a:ext cx="3041762" cy="6807200"/>
          </a:xfrm>
          <a:prstGeom prst="rect">
            <a:avLst/>
          </a:prstGeom>
          <a:solidFill>
            <a:schemeClr val="bg1">
              <a:alpha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5FECC85-9F10-3C06-0C16-1CF9696D8BDA}"/>
              </a:ext>
            </a:extLst>
          </p:cNvPr>
          <p:cNvSpPr/>
          <p:nvPr/>
        </p:nvSpPr>
        <p:spPr>
          <a:xfrm>
            <a:off x="6260763" y="21434"/>
            <a:ext cx="5867737" cy="680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omputer screen with a pie chart and graph&#10;&#10;AI-generated content may be incorrect.">
            <a:extLst>
              <a:ext uri="{FF2B5EF4-FFF2-40B4-BE49-F238E27FC236}">
                <a16:creationId xmlns:a16="http://schemas.microsoft.com/office/drawing/2014/main" id="{45AF35F0-6C4C-EC06-58EC-D35C536C0F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2119" y="3035985"/>
            <a:ext cx="724240" cy="724240"/>
          </a:xfrm>
          <a:prstGeom prst="rect">
            <a:avLst/>
          </a:prstGeom>
        </p:spPr>
      </p:pic>
      <p:sp>
        <p:nvSpPr>
          <p:cNvPr id="12" name="TextBox 11">
            <a:extLst>
              <a:ext uri="{FF2B5EF4-FFF2-40B4-BE49-F238E27FC236}">
                <a16:creationId xmlns:a16="http://schemas.microsoft.com/office/drawing/2014/main" id="{2A16A80E-E401-D369-06BA-BC22594E185E}"/>
              </a:ext>
            </a:extLst>
          </p:cNvPr>
          <p:cNvSpPr txBox="1"/>
          <p:nvPr/>
        </p:nvSpPr>
        <p:spPr>
          <a:xfrm>
            <a:off x="3136842" y="4356100"/>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Display Risk Score</a:t>
            </a:r>
            <a:endParaRPr lang="en-US" sz="2400" b="1" dirty="0"/>
          </a:p>
        </p:txBody>
      </p:sp>
      <p:sp>
        <p:nvSpPr>
          <p:cNvPr id="14" name="TextBox 13">
            <a:extLst>
              <a:ext uri="{FF2B5EF4-FFF2-40B4-BE49-F238E27FC236}">
                <a16:creationId xmlns:a16="http://schemas.microsoft.com/office/drawing/2014/main" id="{C6575D7B-F871-1B02-5144-51F428653CC8}"/>
              </a:ext>
            </a:extLst>
          </p:cNvPr>
          <p:cNvSpPr txBox="1"/>
          <p:nvPr/>
        </p:nvSpPr>
        <p:spPr>
          <a:xfrm>
            <a:off x="3206526" y="4951975"/>
            <a:ext cx="4851459" cy="461665"/>
          </a:xfrm>
          <a:prstGeom prst="rect">
            <a:avLst/>
          </a:prstGeom>
          <a:noFill/>
        </p:spPr>
        <p:txBody>
          <a:bodyPr wrap="square">
            <a:spAutoFit/>
          </a:bodyPr>
          <a:lstStyle/>
          <a:p>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Feature Explanation</a:t>
            </a:r>
            <a:endParaRPr lang="en-US" sz="2400" b="1" dirty="0"/>
          </a:p>
        </p:txBody>
      </p:sp>
      <p:sp>
        <p:nvSpPr>
          <p:cNvPr id="16" name="TextBox 15">
            <a:extLst>
              <a:ext uri="{FF2B5EF4-FFF2-40B4-BE49-F238E27FC236}">
                <a16:creationId xmlns:a16="http://schemas.microsoft.com/office/drawing/2014/main" id="{D826E2FF-4C09-2D37-9D10-ADC561183028}"/>
              </a:ext>
            </a:extLst>
          </p:cNvPr>
          <p:cNvSpPr txBox="1"/>
          <p:nvPr/>
        </p:nvSpPr>
        <p:spPr>
          <a:xfrm>
            <a:off x="2933476" y="5627810"/>
            <a:ext cx="3435573"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cs typeface="Times New Roman" panose="02020603050405020304" pitchFamily="18" charset="0"/>
              </a:rPr>
              <a:t>Recommends Next Step</a:t>
            </a:r>
            <a:endParaRPr lang="en-US" sz="2400" b="1" dirty="0"/>
          </a:p>
        </p:txBody>
      </p:sp>
    </p:spTree>
    <p:extLst>
      <p:ext uri="{BB962C8B-B14F-4D97-AF65-F5344CB8AC3E}">
        <p14:creationId xmlns:p14="http://schemas.microsoft.com/office/powerpoint/2010/main" val="868101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F5DC-0EA6-C304-B710-3E373DABA358}"/>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5473D17-B1EA-2E91-ED25-38A5095FF098}"/>
              </a:ext>
            </a:extLst>
          </p:cNvPr>
          <p:cNvSpPr/>
          <p:nvPr/>
        </p:nvSpPr>
        <p:spPr>
          <a:xfrm>
            <a:off x="196962"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Where</a:t>
            </a:r>
          </a:p>
        </p:txBody>
      </p:sp>
      <p:sp>
        <p:nvSpPr>
          <p:cNvPr id="8" name="Rectangle: Rounded Corners 7">
            <a:extLst>
              <a:ext uri="{FF2B5EF4-FFF2-40B4-BE49-F238E27FC236}">
                <a16:creationId xmlns:a16="http://schemas.microsoft.com/office/drawing/2014/main" id="{514DED84-0C5F-DB6B-467B-99F617C25408}"/>
              </a:ext>
            </a:extLst>
          </p:cNvPr>
          <p:cNvSpPr/>
          <p:nvPr/>
        </p:nvSpPr>
        <p:spPr>
          <a:xfrm>
            <a:off x="3251200"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How</a:t>
            </a:r>
          </a:p>
        </p:txBody>
      </p:sp>
      <p:sp>
        <p:nvSpPr>
          <p:cNvPr id="9" name="Rectangle: Rounded Corners 8">
            <a:extLst>
              <a:ext uri="{FF2B5EF4-FFF2-40B4-BE49-F238E27FC236}">
                <a16:creationId xmlns:a16="http://schemas.microsoft.com/office/drawing/2014/main" id="{2DBD977B-605E-1D95-F152-789160E97C81}"/>
              </a:ext>
            </a:extLst>
          </p:cNvPr>
          <p:cNvSpPr/>
          <p:nvPr/>
        </p:nvSpPr>
        <p:spPr>
          <a:xfrm>
            <a:off x="6305438" y="1537146"/>
            <a:ext cx="273685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Monitor</a:t>
            </a:r>
          </a:p>
        </p:txBody>
      </p:sp>
      <p:sp>
        <p:nvSpPr>
          <p:cNvPr id="10" name="Rectangle: Rounded Corners 9">
            <a:extLst>
              <a:ext uri="{FF2B5EF4-FFF2-40B4-BE49-F238E27FC236}">
                <a16:creationId xmlns:a16="http://schemas.microsoft.com/office/drawing/2014/main" id="{C35B1A06-9213-3D1D-7FA0-980A1523140E}"/>
              </a:ext>
            </a:extLst>
          </p:cNvPr>
          <p:cNvSpPr/>
          <p:nvPr/>
        </p:nvSpPr>
        <p:spPr>
          <a:xfrm>
            <a:off x="9251726" y="1537146"/>
            <a:ext cx="27940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Outcome</a:t>
            </a:r>
          </a:p>
        </p:txBody>
      </p:sp>
      <p:pic>
        <p:nvPicPr>
          <p:cNvPr id="13" name="Graphic 12" descr="Cloud Computing with solid fill">
            <a:extLst>
              <a:ext uri="{FF2B5EF4-FFF2-40B4-BE49-F238E27FC236}">
                <a16:creationId xmlns:a16="http://schemas.microsoft.com/office/drawing/2014/main" id="{D05C2945-A2CA-8051-EE06-3F3DC6C188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0837" y="3001283"/>
            <a:ext cx="914400" cy="914400"/>
          </a:xfrm>
          <a:prstGeom prst="rect">
            <a:avLst/>
          </a:prstGeom>
        </p:spPr>
      </p:pic>
      <p:pic>
        <p:nvPicPr>
          <p:cNvPr id="15" name="Picture 14" descr="A blue cloud with yellow lines and white text&#10;&#10;AI-generated content may be incorrect.">
            <a:extLst>
              <a:ext uri="{FF2B5EF4-FFF2-40B4-BE49-F238E27FC236}">
                <a16:creationId xmlns:a16="http://schemas.microsoft.com/office/drawing/2014/main" id="{FD5EE003-BE7D-DC59-E633-A2BB6694B2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6900" y="3035985"/>
            <a:ext cx="879698" cy="879698"/>
          </a:xfrm>
          <a:prstGeom prst="rect">
            <a:avLst/>
          </a:prstGeom>
        </p:spPr>
      </p:pic>
      <p:sp>
        <p:nvSpPr>
          <p:cNvPr id="3" name="TextBox 2">
            <a:extLst>
              <a:ext uri="{FF2B5EF4-FFF2-40B4-BE49-F238E27FC236}">
                <a16:creationId xmlns:a16="http://schemas.microsoft.com/office/drawing/2014/main" id="{A6BEBC5F-E030-BC07-D3D7-72F0929D796C}"/>
              </a:ext>
            </a:extLst>
          </p:cNvPr>
          <p:cNvSpPr txBox="1"/>
          <p:nvPr/>
        </p:nvSpPr>
        <p:spPr>
          <a:xfrm>
            <a:off x="114300" y="4356100"/>
            <a:ext cx="2638648" cy="1200329"/>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I</a:t>
            </a:r>
            <a:r>
              <a:rPr lang="en-US" sz="2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ntegrated with the claims management</a:t>
            </a:r>
            <a:endParaRPr lang="en-US" sz="2400" b="1" dirty="0"/>
          </a:p>
        </p:txBody>
      </p:sp>
      <p:sp>
        <p:nvSpPr>
          <p:cNvPr id="4" name="Rectangle 3">
            <a:extLst>
              <a:ext uri="{FF2B5EF4-FFF2-40B4-BE49-F238E27FC236}">
                <a16:creationId xmlns:a16="http://schemas.microsoft.com/office/drawing/2014/main" id="{1CB1DAFE-D547-4B6B-E63A-2281033ED801}"/>
              </a:ext>
            </a:extLst>
          </p:cNvPr>
          <p:cNvSpPr/>
          <p:nvPr/>
        </p:nvSpPr>
        <p:spPr>
          <a:xfrm>
            <a:off x="9233123" y="90140"/>
            <a:ext cx="2959157" cy="6807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omputer screen with a pie chart and graph&#10;&#10;AI-generated content may be incorrect.">
            <a:extLst>
              <a:ext uri="{FF2B5EF4-FFF2-40B4-BE49-F238E27FC236}">
                <a16:creationId xmlns:a16="http://schemas.microsoft.com/office/drawing/2014/main" id="{EBCC7FA4-273C-5C54-5C6C-035B7A0B5B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2119" y="3035985"/>
            <a:ext cx="724240" cy="724240"/>
          </a:xfrm>
          <a:prstGeom prst="rect">
            <a:avLst/>
          </a:prstGeom>
        </p:spPr>
      </p:pic>
      <p:sp>
        <p:nvSpPr>
          <p:cNvPr id="12" name="TextBox 11">
            <a:extLst>
              <a:ext uri="{FF2B5EF4-FFF2-40B4-BE49-F238E27FC236}">
                <a16:creationId xmlns:a16="http://schemas.microsoft.com/office/drawing/2014/main" id="{C6C458D4-95CC-652F-2920-4E997E38D8F9}"/>
              </a:ext>
            </a:extLst>
          </p:cNvPr>
          <p:cNvSpPr txBox="1"/>
          <p:nvPr/>
        </p:nvSpPr>
        <p:spPr>
          <a:xfrm>
            <a:off x="3136842" y="4356100"/>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Display Risk Score</a:t>
            </a:r>
            <a:endParaRPr lang="en-US" sz="2400" b="1" dirty="0"/>
          </a:p>
        </p:txBody>
      </p:sp>
      <p:sp>
        <p:nvSpPr>
          <p:cNvPr id="14" name="TextBox 13">
            <a:extLst>
              <a:ext uri="{FF2B5EF4-FFF2-40B4-BE49-F238E27FC236}">
                <a16:creationId xmlns:a16="http://schemas.microsoft.com/office/drawing/2014/main" id="{80FC3335-D7B9-4E6A-5F71-327C5FDCED8A}"/>
              </a:ext>
            </a:extLst>
          </p:cNvPr>
          <p:cNvSpPr txBox="1"/>
          <p:nvPr/>
        </p:nvSpPr>
        <p:spPr>
          <a:xfrm>
            <a:off x="3206526" y="4951975"/>
            <a:ext cx="4851459" cy="461665"/>
          </a:xfrm>
          <a:prstGeom prst="rect">
            <a:avLst/>
          </a:prstGeom>
          <a:noFill/>
        </p:spPr>
        <p:txBody>
          <a:bodyPr wrap="square">
            <a:spAutoFit/>
          </a:bodyPr>
          <a:lstStyle/>
          <a:p>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Feature Explanation</a:t>
            </a:r>
            <a:endParaRPr lang="en-US" sz="2400" b="1" dirty="0"/>
          </a:p>
        </p:txBody>
      </p:sp>
      <p:sp>
        <p:nvSpPr>
          <p:cNvPr id="16" name="TextBox 15">
            <a:extLst>
              <a:ext uri="{FF2B5EF4-FFF2-40B4-BE49-F238E27FC236}">
                <a16:creationId xmlns:a16="http://schemas.microsoft.com/office/drawing/2014/main" id="{C3D9D39F-F534-6E73-1D53-350C4426D5D6}"/>
              </a:ext>
            </a:extLst>
          </p:cNvPr>
          <p:cNvSpPr txBox="1"/>
          <p:nvPr/>
        </p:nvSpPr>
        <p:spPr>
          <a:xfrm>
            <a:off x="2933477" y="5688559"/>
            <a:ext cx="3435573"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cs typeface="Times New Roman" panose="02020603050405020304" pitchFamily="18" charset="0"/>
              </a:rPr>
              <a:t>Recommends Next Step</a:t>
            </a:r>
            <a:endParaRPr lang="en-US" sz="2400" b="1" dirty="0"/>
          </a:p>
        </p:txBody>
      </p:sp>
      <p:sp>
        <p:nvSpPr>
          <p:cNvPr id="2" name="Rectangle 1">
            <a:extLst>
              <a:ext uri="{FF2B5EF4-FFF2-40B4-BE49-F238E27FC236}">
                <a16:creationId xmlns:a16="http://schemas.microsoft.com/office/drawing/2014/main" id="{1711A140-C406-C38E-3DD8-DB0FFE99827E}"/>
              </a:ext>
            </a:extLst>
          </p:cNvPr>
          <p:cNvSpPr/>
          <p:nvPr/>
        </p:nvSpPr>
        <p:spPr>
          <a:xfrm>
            <a:off x="-25400" y="72234"/>
            <a:ext cx="6267309" cy="6807200"/>
          </a:xfrm>
          <a:prstGeom prst="rect">
            <a:avLst/>
          </a:prstGeom>
          <a:solidFill>
            <a:schemeClr val="bg1">
              <a:alpha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Zoom in with solid fill">
            <a:extLst>
              <a:ext uri="{FF2B5EF4-FFF2-40B4-BE49-F238E27FC236}">
                <a16:creationId xmlns:a16="http://schemas.microsoft.com/office/drawing/2014/main" id="{36961BB0-5406-FA19-4FF5-4D5BFB4A7B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02440" y="3035985"/>
            <a:ext cx="724240" cy="724240"/>
          </a:xfrm>
          <a:prstGeom prst="rect">
            <a:avLst/>
          </a:prstGeom>
        </p:spPr>
      </p:pic>
      <p:sp>
        <p:nvSpPr>
          <p:cNvPr id="17" name="TextBox 16">
            <a:extLst>
              <a:ext uri="{FF2B5EF4-FFF2-40B4-BE49-F238E27FC236}">
                <a16:creationId xmlns:a16="http://schemas.microsoft.com/office/drawing/2014/main" id="{04C9C38E-2F5F-9AD5-3121-35F80F446541}"/>
              </a:ext>
            </a:extLst>
          </p:cNvPr>
          <p:cNvSpPr txBox="1"/>
          <p:nvPr/>
        </p:nvSpPr>
        <p:spPr>
          <a:xfrm>
            <a:off x="6060962" y="4398808"/>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Reports</a:t>
            </a:r>
            <a:endParaRPr lang="en-US" sz="2400" b="1" dirty="0"/>
          </a:p>
        </p:txBody>
      </p:sp>
      <p:sp>
        <p:nvSpPr>
          <p:cNvPr id="18" name="TextBox 17">
            <a:extLst>
              <a:ext uri="{FF2B5EF4-FFF2-40B4-BE49-F238E27FC236}">
                <a16:creationId xmlns:a16="http://schemas.microsoft.com/office/drawing/2014/main" id="{A90E31AE-AD22-CCEC-7B27-076394C33F28}"/>
              </a:ext>
            </a:extLst>
          </p:cNvPr>
          <p:cNvSpPr txBox="1"/>
          <p:nvPr/>
        </p:nvSpPr>
        <p:spPr>
          <a:xfrm>
            <a:off x="6060961" y="4956264"/>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Tracking Performance</a:t>
            </a:r>
            <a:endParaRPr lang="en-US" sz="2400" b="1" dirty="0"/>
          </a:p>
        </p:txBody>
      </p:sp>
      <p:sp>
        <p:nvSpPr>
          <p:cNvPr id="19" name="TextBox 18">
            <a:extLst>
              <a:ext uri="{FF2B5EF4-FFF2-40B4-BE49-F238E27FC236}">
                <a16:creationId xmlns:a16="http://schemas.microsoft.com/office/drawing/2014/main" id="{5F2C58C9-3204-B4D2-F468-90A22C34F917}"/>
              </a:ext>
            </a:extLst>
          </p:cNvPr>
          <p:cNvSpPr txBox="1"/>
          <p:nvPr/>
        </p:nvSpPr>
        <p:spPr>
          <a:xfrm>
            <a:off x="6060960" y="5863143"/>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Continuous Retraining</a:t>
            </a:r>
            <a:endParaRPr lang="en-US" sz="2400" b="1" dirty="0"/>
          </a:p>
        </p:txBody>
      </p:sp>
    </p:spTree>
    <p:extLst>
      <p:ext uri="{BB962C8B-B14F-4D97-AF65-F5344CB8AC3E}">
        <p14:creationId xmlns:p14="http://schemas.microsoft.com/office/powerpoint/2010/main" val="1342914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BE0D0-7179-E879-C75A-255E1E2BAC6E}"/>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725A9DE1-522D-8E4D-B53B-188EB4A7CDF7}"/>
              </a:ext>
            </a:extLst>
          </p:cNvPr>
          <p:cNvSpPr/>
          <p:nvPr/>
        </p:nvSpPr>
        <p:spPr>
          <a:xfrm>
            <a:off x="196962"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Where</a:t>
            </a:r>
          </a:p>
        </p:txBody>
      </p:sp>
      <p:sp>
        <p:nvSpPr>
          <p:cNvPr id="8" name="Rectangle: Rounded Corners 7">
            <a:extLst>
              <a:ext uri="{FF2B5EF4-FFF2-40B4-BE49-F238E27FC236}">
                <a16:creationId xmlns:a16="http://schemas.microsoft.com/office/drawing/2014/main" id="{DDDB630E-ADBD-75E0-746E-4EC72BEE1233}"/>
              </a:ext>
            </a:extLst>
          </p:cNvPr>
          <p:cNvSpPr/>
          <p:nvPr/>
        </p:nvSpPr>
        <p:spPr>
          <a:xfrm>
            <a:off x="3251200"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How</a:t>
            </a:r>
          </a:p>
        </p:txBody>
      </p:sp>
      <p:sp>
        <p:nvSpPr>
          <p:cNvPr id="9" name="Rectangle: Rounded Corners 8">
            <a:extLst>
              <a:ext uri="{FF2B5EF4-FFF2-40B4-BE49-F238E27FC236}">
                <a16:creationId xmlns:a16="http://schemas.microsoft.com/office/drawing/2014/main" id="{0AC0BAA4-AD2B-FAE0-70C9-74886BF6C844}"/>
              </a:ext>
            </a:extLst>
          </p:cNvPr>
          <p:cNvSpPr/>
          <p:nvPr/>
        </p:nvSpPr>
        <p:spPr>
          <a:xfrm>
            <a:off x="6305438" y="1537146"/>
            <a:ext cx="273685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Monitor</a:t>
            </a:r>
          </a:p>
        </p:txBody>
      </p:sp>
      <p:sp>
        <p:nvSpPr>
          <p:cNvPr id="10" name="Rectangle: Rounded Corners 9">
            <a:extLst>
              <a:ext uri="{FF2B5EF4-FFF2-40B4-BE49-F238E27FC236}">
                <a16:creationId xmlns:a16="http://schemas.microsoft.com/office/drawing/2014/main" id="{697A573E-BC7A-004D-55AA-319E393CB1E1}"/>
              </a:ext>
            </a:extLst>
          </p:cNvPr>
          <p:cNvSpPr/>
          <p:nvPr/>
        </p:nvSpPr>
        <p:spPr>
          <a:xfrm>
            <a:off x="9251726" y="1537146"/>
            <a:ext cx="27940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Outcome</a:t>
            </a:r>
          </a:p>
        </p:txBody>
      </p:sp>
      <p:pic>
        <p:nvPicPr>
          <p:cNvPr id="13" name="Graphic 12" descr="Cloud Computing with solid fill">
            <a:extLst>
              <a:ext uri="{FF2B5EF4-FFF2-40B4-BE49-F238E27FC236}">
                <a16:creationId xmlns:a16="http://schemas.microsoft.com/office/drawing/2014/main" id="{B0CE4B52-3AA8-9B1B-4FB7-A45B61DAC3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0837" y="3001283"/>
            <a:ext cx="914400" cy="914400"/>
          </a:xfrm>
          <a:prstGeom prst="rect">
            <a:avLst/>
          </a:prstGeom>
        </p:spPr>
      </p:pic>
      <p:pic>
        <p:nvPicPr>
          <p:cNvPr id="15" name="Picture 14" descr="A blue cloud with yellow lines and white text&#10;&#10;AI-generated content may be incorrect.">
            <a:extLst>
              <a:ext uri="{FF2B5EF4-FFF2-40B4-BE49-F238E27FC236}">
                <a16:creationId xmlns:a16="http://schemas.microsoft.com/office/drawing/2014/main" id="{693A4F90-7D08-C7FB-1F97-7D7AE6F4D0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6900" y="3035985"/>
            <a:ext cx="879698" cy="879698"/>
          </a:xfrm>
          <a:prstGeom prst="rect">
            <a:avLst/>
          </a:prstGeom>
        </p:spPr>
      </p:pic>
      <p:sp>
        <p:nvSpPr>
          <p:cNvPr id="3" name="TextBox 2">
            <a:extLst>
              <a:ext uri="{FF2B5EF4-FFF2-40B4-BE49-F238E27FC236}">
                <a16:creationId xmlns:a16="http://schemas.microsoft.com/office/drawing/2014/main" id="{BFDD0DD8-4014-0D88-E254-AAA08D26ADB7}"/>
              </a:ext>
            </a:extLst>
          </p:cNvPr>
          <p:cNvSpPr txBox="1"/>
          <p:nvPr/>
        </p:nvSpPr>
        <p:spPr>
          <a:xfrm>
            <a:off x="114300" y="4356100"/>
            <a:ext cx="2638648" cy="1200329"/>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I</a:t>
            </a:r>
            <a:r>
              <a:rPr lang="en-US" sz="2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ntegrated with the claims management</a:t>
            </a:r>
            <a:endParaRPr lang="en-US" sz="2400" b="1" dirty="0"/>
          </a:p>
        </p:txBody>
      </p:sp>
      <p:pic>
        <p:nvPicPr>
          <p:cNvPr id="6" name="Picture 5" descr="A computer screen with a pie chart and graph&#10;&#10;AI-generated content may be incorrect.">
            <a:extLst>
              <a:ext uri="{FF2B5EF4-FFF2-40B4-BE49-F238E27FC236}">
                <a16:creationId xmlns:a16="http://schemas.microsoft.com/office/drawing/2014/main" id="{02B9DFFD-37D1-9818-D41C-6ACFC8405F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2119" y="3035985"/>
            <a:ext cx="724240" cy="724240"/>
          </a:xfrm>
          <a:prstGeom prst="rect">
            <a:avLst/>
          </a:prstGeom>
        </p:spPr>
      </p:pic>
      <p:sp>
        <p:nvSpPr>
          <p:cNvPr id="12" name="TextBox 11">
            <a:extLst>
              <a:ext uri="{FF2B5EF4-FFF2-40B4-BE49-F238E27FC236}">
                <a16:creationId xmlns:a16="http://schemas.microsoft.com/office/drawing/2014/main" id="{AE752C35-8015-DA85-2FAB-4CD0176DB68A}"/>
              </a:ext>
            </a:extLst>
          </p:cNvPr>
          <p:cNvSpPr txBox="1"/>
          <p:nvPr/>
        </p:nvSpPr>
        <p:spPr>
          <a:xfrm>
            <a:off x="3136842" y="4356100"/>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Display Risk Score</a:t>
            </a:r>
            <a:endParaRPr lang="en-US" sz="2400" b="1" dirty="0"/>
          </a:p>
        </p:txBody>
      </p:sp>
      <p:sp>
        <p:nvSpPr>
          <p:cNvPr id="14" name="TextBox 13">
            <a:extLst>
              <a:ext uri="{FF2B5EF4-FFF2-40B4-BE49-F238E27FC236}">
                <a16:creationId xmlns:a16="http://schemas.microsoft.com/office/drawing/2014/main" id="{CC59E88E-2C80-D16D-DF6F-170EE81E66CA}"/>
              </a:ext>
            </a:extLst>
          </p:cNvPr>
          <p:cNvSpPr txBox="1"/>
          <p:nvPr/>
        </p:nvSpPr>
        <p:spPr>
          <a:xfrm>
            <a:off x="3206526" y="4951975"/>
            <a:ext cx="4851459" cy="461665"/>
          </a:xfrm>
          <a:prstGeom prst="rect">
            <a:avLst/>
          </a:prstGeom>
          <a:noFill/>
        </p:spPr>
        <p:txBody>
          <a:bodyPr wrap="square">
            <a:spAutoFit/>
          </a:bodyPr>
          <a:lstStyle/>
          <a:p>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Feature Explanation</a:t>
            </a:r>
            <a:endParaRPr lang="en-US" sz="2400" b="1" dirty="0"/>
          </a:p>
        </p:txBody>
      </p:sp>
      <p:sp>
        <p:nvSpPr>
          <p:cNvPr id="16" name="TextBox 15">
            <a:extLst>
              <a:ext uri="{FF2B5EF4-FFF2-40B4-BE49-F238E27FC236}">
                <a16:creationId xmlns:a16="http://schemas.microsoft.com/office/drawing/2014/main" id="{5674CEA8-CF07-AA97-F65A-813FB9F23EF6}"/>
              </a:ext>
            </a:extLst>
          </p:cNvPr>
          <p:cNvSpPr txBox="1"/>
          <p:nvPr/>
        </p:nvSpPr>
        <p:spPr>
          <a:xfrm>
            <a:off x="2933477" y="5688559"/>
            <a:ext cx="3435573"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cs typeface="Times New Roman" panose="02020603050405020304" pitchFamily="18" charset="0"/>
              </a:rPr>
              <a:t>Recommends Next Step</a:t>
            </a:r>
            <a:endParaRPr lang="en-US" sz="2400" b="1" dirty="0"/>
          </a:p>
        </p:txBody>
      </p:sp>
      <p:pic>
        <p:nvPicPr>
          <p:cNvPr id="11" name="Graphic 10" descr="Zoom in with solid fill">
            <a:extLst>
              <a:ext uri="{FF2B5EF4-FFF2-40B4-BE49-F238E27FC236}">
                <a16:creationId xmlns:a16="http://schemas.microsoft.com/office/drawing/2014/main" id="{3408C348-45B8-512D-E663-84A4A3FB3E7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02440" y="3035985"/>
            <a:ext cx="724240" cy="724240"/>
          </a:xfrm>
          <a:prstGeom prst="rect">
            <a:avLst/>
          </a:prstGeom>
        </p:spPr>
      </p:pic>
      <p:sp>
        <p:nvSpPr>
          <p:cNvPr id="17" name="TextBox 16">
            <a:extLst>
              <a:ext uri="{FF2B5EF4-FFF2-40B4-BE49-F238E27FC236}">
                <a16:creationId xmlns:a16="http://schemas.microsoft.com/office/drawing/2014/main" id="{5EC04AFA-BA47-21A1-077C-DF027C20B7CB}"/>
              </a:ext>
            </a:extLst>
          </p:cNvPr>
          <p:cNvSpPr txBox="1"/>
          <p:nvPr/>
        </p:nvSpPr>
        <p:spPr>
          <a:xfrm>
            <a:off x="6060962" y="4398808"/>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Reports</a:t>
            </a:r>
            <a:endParaRPr lang="en-US" sz="2400" b="1" dirty="0"/>
          </a:p>
        </p:txBody>
      </p:sp>
      <p:sp>
        <p:nvSpPr>
          <p:cNvPr id="18" name="TextBox 17">
            <a:extLst>
              <a:ext uri="{FF2B5EF4-FFF2-40B4-BE49-F238E27FC236}">
                <a16:creationId xmlns:a16="http://schemas.microsoft.com/office/drawing/2014/main" id="{BEA964A1-E29C-A820-C5E0-0D4D30488A60}"/>
              </a:ext>
            </a:extLst>
          </p:cNvPr>
          <p:cNvSpPr txBox="1"/>
          <p:nvPr/>
        </p:nvSpPr>
        <p:spPr>
          <a:xfrm>
            <a:off x="6060961" y="4956264"/>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Tracking Performance</a:t>
            </a:r>
            <a:endParaRPr lang="en-US" sz="2400" b="1" dirty="0"/>
          </a:p>
        </p:txBody>
      </p:sp>
      <p:sp>
        <p:nvSpPr>
          <p:cNvPr id="19" name="TextBox 18">
            <a:extLst>
              <a:ext uri="{FF2B5EF4-FFF2-40B4-BE49-F238E27FC236}">
                <a16:creationId xmlns:a16="http://schemas.microsoft.com/office/drawing/2014/main" id="{F8CB7F0E-90DF-B6B1-8FF3-200441A3D549}"/>
              </a:ext>
            </a:extLst>
          </p:cNvPr>
          <p:cNvSpPr txBox="1"/>
          <p:nvPr/>
        </p:nvSpPr>
        <p:spPr>
          <a:xfrm>
            <a:off x="6060960" y="5863143"/>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Continuous Retraining</a:t>
            </a:r>
            <a:endParaRPr lang="en-US" sz="2400" b="1" dirty="0"/>
          </a:p>
        </p:txBody>
      </p:sp>
      <p:sp>
        <p:nvSpPr>
          <p:cNvPr id="2" name="Rectangle 1">
            <a:extLst>
              <a:ext uri="{FF2B5EF4-FFF2-40B4-BE49-F238E27FC236}">
                <a16:creationId xmlns:a16="http://schemas.microsoft.com/office/drawing/2014/main" id="{38F8A60B-46F3-7A34-095F-5D946AD640C6}"/>
              </a:ext>
            </a:extLst>
          </p:cNvPr>
          <p:cNvSpPr/>
          <p:nvPr/>
        </p:nvSpPr>
        <p:spPr>
          <a:xfrm>
            <a:off x="-136916" y="25400"/>
            <a:ext cx="9283923" cy="6807200"/>
          </a:xfrm>
          <a:prstGeom prst="rect">
            <a:avLst/>
          </a:prstGeom>
          <a:solidFill>
            <a:schemeClr val="bg1">
              <a:alpha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A855680-973B-877F-E7A1-146FE102DDEE}"/>
              </a:ext>
            </a:extLst>
          </p:cNvPr>
          <p:cNvSpPr txBox="1"/>
          <p:nvPr/>
        </p:nvSpPr>
        <p:spPr>
          <a:xfrm>
            <a:off x="9042288" y="4356099"/>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Real Time Fraud Detection</a:t>
            </a:r>
            <a:endParaRPr lang="en-US" sz="2400" b="1" dirty="0"/>
          </a:p>
        </p:txBody>
      </p:sp>
      <p:pic>
        <p:nvPicPr>
          <p:cNvPr id="23" name="Picture 22" descr="A graphic of a target with arrows and coins&#10;&#10;AI-generated content may be incorrect.">
            <a:extLst>
              <a:ext uri="{FF2B5EF4-FFF2-40B4-BE49-F238E27FC236}">
                <a16:creationId xmlns:a16="http://schemas.microsoft.com/office/drawing/2014/main" id="{A048D918-4EFB-3BCC-82D0-E0EC3DA17F7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36520" y="2933021"/>
            <a:ext cx="928986" cy="928986"/>
          </a:xfrm>
          <a:prstGeom prst="rect">
            <a:avLst/>
          </a:prstGeom>
        </p:spPr>
      </p:pic>
      <p:sp>
        <p:nvSpPr>
          <p:cNvPr id="24" name="TextBox 23">
            <a:extLst>
              <a:ext uri="{FF2B5EF4-FFF2-40B4-BE49-F238E27FC236}">
                <a16:creationId xmlns:a16="http://schemas.microsoft.com/office/drawing/2014/main" id="{6AF9BD34-BCA2-96D0-2A18-6CFAE9075EC1}"/>
              </a:ext>
            </a:extLst>
          </p:cNvPr>
          <p:cNvSpPr txBox="1"/>
          <p:nvPr/>
        </p:nvSpPr>
        <p:spPr>
          <a:xfrm>
            <a:off x="9147007" y="5273060"/>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Faster Investigation</a:t>
            </a:r>
            <a:endParaRPr lang="en-US" sz="2400" b="1" dirty="0"/>
          </a:p>
        </p:txBody>
      </p:sp>
      <p:sp>
        <p:nvSpPr>
          <p:cNvPr id="25" name="TextBox 24">
            <a:extLst>
              <a:ext uri="{FF2B5EF4-FFF2-40B4-BE49-F238E27FC236}">
                <a16:creationId xmlns:a16="http://schemas.microsoft.com/office/drawing/2014/main" id="{A00E473F-7BE9-8A46-7BA7-0FDD4E18CEAF}"/>
              </a:ext>
            </a:extLst>
          </p:cNvPr>
          <p:cNvSpPr txBox="1"/>
          <p:nvPr/>
        </p:nvSpPr>
        <p:spPr>
          <a:xfrm>
            <a:off x="9188443" y="5997773"/>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Explainable Results</a:t>
            </a:r>
            <a:endParaRPr lang="en-US" sz="2400" b="1" dirty="0"/>
          </a:p>
        </p:txBody>
      </p:sp>
    </p:spTree>
    <p:extLst>
      <p:ext uri="{BB962C8B-B14F-4D97-AF65-F5344CB8AC3E}">
        <p14:creationId xmlns:p14="http://schemas.microsoft.com/office/powerpoint/2010/main" val="3762866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7DE22-49CA-DF46-276E-97179601F808}"/>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045F258-E773-D9BF-0C81-5C064EDA5EB7}"/>
              </a:ext>
            </a:extLst>
          </p:cNvPr>
          <p:cNvSpPr/>
          <p:nvPr/>
        </p:nvSpPr>
        <p:spPr>
          <a:xfrm>
            <a:off x="196962"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Where</a:t>
            </a:r>
          </a:p>
        </p:txBody>
      </p:sp>
      <p:sp>
        <p:nvSpPr>
          <p:cNvPr id="8" name="Rectangle: Rounded Corners 7">
            <a:extLst>
              <a:ext uri="{FF2B5EF4-FFF2-40B4-BE49-F238E27FC236}">
                <a16:creationId xmlns:a16="http://schemas.microsoft.com/office/drawing/2014/main" id="{3B9798D7-31EC-3674-0B8A-9555B275E224}"/>
              </a:ext>
            </a:extLst>
          </p:cNvPr>
          <p:cNvSpPr/>
          <p:nvPr/>
        </p:nvSpPr>
        <p:spPr>
          <a:xfrm>
            <a:off x="3251200" y="1537146"/>
            <a:ext cx="28448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How</a:t>
            </a:r>
          </a:p>
        </p:txBody>
      </p:sp>
      <p:sp>
        <p:nvSpPr>
          <p:cNvPr id="9" name="Rectangle: Rounded Corners 8">
            <a:extLst>
              <a:ext uri="{FF2B5EF4-FFF2-40B4-BE49-F238E27FC236}">
                <a16:creationId xmlns:a16="http://schemas.microsoft.com/office/drawing/2014/main" id="{78735B7E-9388-9DE0-32B1-E252070FEFB4}"/>
              </a:ext>
            </a:extLst>
          </p:cNvPr>
          <p:cNvSpPr/>
          <p:nvPr/>
        </p:nvSpPr>
        <p:spPr>
          <a:xfrm>
            <a:off x="6305438" y="1537146"/>
            <a:ext cx="273685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Monitor</a:t>
            </a:r>
          </a:p>
        </p:txBody>
      </p:sp>
      <p:sp>
        <p:nvSpPr>
          <p:cNvPr id="10" name="Rectangle: Rounded Corners 9">
            <a:extLst>
              <a:ext uri="{FF2B5EF4-FFF2-40B4-BE49-F238E27FC236}">
                <a16:creationId xmlns:a16="http://schemas.microsoft.com/office/drawing/2014/main" id="{1ED615DD-1421-2934-C64C-402F1FBCAB3E}"/>
              </a:ext>
            </a:extLst>
          </p:cNvPr>
          <p:cNvSpPr/>
          <p:nvPr/>
        </p:nvSpPr>
        <p:spPr>
          <a:xfrm>
            <a:off x="9251726" y="1537146"/>
            <a:ext cx="2794000" cy="1308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bg1"/>
                </a:solidFill>
              </a:rPr>
              <a:t>Outcome</a:t>
            </a:r>
          </a:p>
        </p:txBody>
      </p:sp>
      <p:pic>
        <p:nvPicPr>
          <p:cNvPr id="13" name="Graphic 12" descr="Cloud Computing with solid fill">
            <a:extLst>
              <a:ext uri="{FF2B5EF4-FFF2-40B4-BE49-F238E27FC236}">
                <a16:creationId xmlns:a16="http://schemas.microsoft.com/office/drawing/2014/main" id="{FF5A1BAA-2E1C-D2C8-2ACD-DB53E68EC7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0837" y="3001283"/>
            <a:ext cx="914400" cy="914400"/>
          </a:xfrm>
          <a:prstGeom prst="rect">
            <a:avLst/>
          </a:prstGeom>
        </p:spPr>
      </p:pic>
      <p:pic>
        <p:nvPicPr>
          <p:cNvPr id="15" name="Picture 14" descr="A blue cloud with yellow lines and white text&#10;&#10;AI-generated content may be incorrect.">
            <a:extLst>
              <a:ext uri="{FF2B5EF4-FFF2-40B4-BE49-F238E27FC236}">
                <a16:creationId xmlns:a16="http://schemas.microsoft.com/office/drawing/2014/main" id="{1CC58538-1868-3DDD-A429-C89DD5877E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6900" y="3035985"/>
            <a:ext cx="879698" cy="879698"/>
          </a:xfrm>
          <a:prstGeom prst="rect">
            <a:avLst/>
          </a:prstGeom>
        </p:spPr>
      </p:pic>
      <p:sp>
        <p:nvSpPr>
          <p:cNvPr id="3" name="TextBox 2">
            <a:extLst>
              <a:ext uri="{FF2B5EF4-FFF2-40B4-BE49-F238E27FC236}">
                <a16:creationId xmlns:a16="http://schemas.microsoft.com/office/drawing/2014/main" id="{C750DD74-85C6-C3E4-FDC6-CC7016E76F9A}"/>
              </a:ext>
            </a:extLst>
          </p:cNvPr>
          <p:cNvSpPr txBox="1"/>
          <p:nvPr/>
        </p:nvSpPr>
        <p:spPr>
          <a:xfrm>
            <a:off x="114300" y="4356100"/>
            <a:ext cx="2638648" cy="1200329"/>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I</a:t>
            </a:r>
            <a:r>
              <a:rPr lang="en-US" sz="2400" b="1"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ntegrated with the claims management</a:t>
            </a:r>
            <a:endParaRPr lang="en-US" sz="2400" b="1" dirty="0"/>
          </a:p>
        </p:txBody>
      </p:sp>
      <p:pic>
        <p:nvPicPr>
          <p:cNvPr id="6" name="Picture 5" descr="A computer screen with a pie chart and graph&#10;&#10;AI-generated content may be incorrect.">
            <a:extLst>
              <a:ext uri="{FF2B5EF4-FFF2-40B4-BE49-F238E27FC236}">
                <a16:creationId xmlns:a16="http://schemas.microsoft.com/office/drawing/2014/main" id="{84810AD9-3EB9-25FF-7308-A1CF1E125B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2119" y="3035985"/>
            <a:ext cx="724240" cy="724240"/>
          </a:xfrm>
          <a:prstGeom prst="rect">
            <a:avLst/>
          </a:prstGeom>
        </p:spPr>
      </p:pic>
      <p:sp>
        <p:nvSpPr>
          <p:cNvPr id="12" name="TextBox 11">
            <a:extLst>
              <a:ext uri="{FF2B5EF4-FFF2-40B4-BE49-F238E27FC236}">
                <a16:creationId xmlns:a16="http://schemas.microsoft.com/office/drawing/2014/main" id="{C2F26E97-F866-B09E-5AA1-18C0A12D0A50}"/>
              </a:ext>
            </a:extLst>
          </p:cNvPr>
          <p:cNvSpPr txBox="1"/>
          <p:nvPr/>
        </p:nvSpPr>
        <p:spPr>
          <a:xfrm>
            <a:off x="3136842" y="4356100"/>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Display Risk Score</a:t>
            </a:r>
            <a:endParaRPr lang="en-US" sz="2400" b="1" dirty="0"/>
          </a:p>
        </p:txBody>
      </p:sp>
      <p:sp>
        <p:nvSpPr>
          <p:cNvPr id="14" name="TextBox 13">
            <a:extLst>
              <a:ext uri="{FF2B5EF4-FFF2-40B4-BE49-F238E27FC236}">
                <a16:creationId xmlns:a16="http://schemas.microsoft.com/office/drawing/2014/main" id="{73360E2F-C878-554D-AFBE-C3008DC6BF46}"/>
              </a:ext>
            </a:extLst>
          </p:cNvPr>
          <p:cNvSpPr txBox="1"/>
          <p:nvPr/>
        </p:nvSpPr>
        <p:spPr>
          <a:xfrm>
            <a:off x="3206526" y="4951975"/>
            <a:ext cx="4851459" cy="461665"/>
          </a:xfrm>
          <a:prstGeom prst="rect">
            <a:avLst/>
          </a:prstGeom>
          <a:noFill/>
        </p:spPr>
        <p:txBody>
          <a:bodyPr wrap="square">
            <a:spAutoFit/>
          </a:bodyPr>
          <a:lstStyle/>
          <a:p>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Feature Explanation</a:t>
            </a:r>
            <a:endParaRPr lang="en-US" sz="2400" b="1" dirty="0"/>
          </a:p>
        </p:txBody>
      </p:sp>
      <p:sp>
        <p:nvSpPr>
          <p:cNvPr id="16" name="TextBox 15">
            <a:extLst>
              <a:ext uri="{FF2B5EF4-FFF2-40B4-BE49-F238E27FC236}">
                <a16:creationId xmlns:a16="http://schemas.microsoft.com/office/drawing/2014/main" id="{19D4AD4A-0D00-5BBE-F29D-11C67A80152C}"/>
              </a:ext>
            </a:extLst>
          </p:cNvPr>
          <p:cNvSpPr txBox="1"/>
          <p:nvPr/>
        </p:nvSpPr>
        <p:spPr>
          <a:xfrm>
            <a:off x="2933477" y="5688559"/>
            <a:ext cx="3435573"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cs typeface="Times New Roman" panose="02020603050405020304" pitchFamily="18" charset="0"/>
              </a:rPr>
              <a:t>Recommends Next Step</a:t>
            </a:r>
            <a:endParaRPr lang="en-US" sz="2400" b="1" dirty="0"/>
          </a:p>
        </p:txBody>
      </p:sp>
      <p:pic>
        <p:nvPicPr>
          <p:cNvPr id="11" name="Graphic 10" descr="Zoom in with solid fill">
            <a:extLst>
              <a:ext uri="{FF2B5EF4-FFF2-40B4-BE49-F238E27FC236}">
                <a16:creationId xmlns:a16="http://schemas.microsoft.com/office/drawing/2014/main" id="{E1864A03-C997-67A4-785B-CF075AE68E5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02440" y="3035985"/>
            <a:ext cx="724240" cy="724240"/>
          </a:xfrm>
          <a:prstGeom prst="rect">
            <a:avLst/>
          </a:prstGeom>
        </p:spPr>
      </p:pic>
      <p:sp>
        <p:nvSpPr>
          <p:cNvPr id="17" name="TextBox 16">
            <a:extLst>
              <a:ext uri="{FF2B5EF4-FFF2-40B4-BE49-F238E27FC236}">
                <a16:creationId xmlns:a16="http://schemas.microsoft.com/office/drawing/2014/main" id="{11C5CB45-A989-3B8A-7A30-3C4CE95F72E7}"/>
              </a:ext>
            </a:extLst>
          </p:cNvPr>
          <p:cNvSpPr txBox="1"/>
          <p:nvPr/>
        </p:nvSpPr>
        <p:spPr>
          <a:xfrm>
            <a:off x="5880100" y="4398809"/>
            <a:ext cx="3140019" cy="461664"/>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Reports</a:t>
            </a:r>
            <a:endParaRPr lang="en-US" sz="2400" b="1" dirty="0"/>
          </a:p>
        </p:txBody>
      </p:sp>
      <p:sp>
        <p:nvSpPr>
          <p:cNvPr id="18" name="TextBox 17">
            <a:extLst>
              <a:ext uri="{FF2B5EF4-FFF2-40B4-BE49-F238E27FC236}">
                <a16:creationId xmlns:a16="http://schemas.microsoft.com/office/drawing/2014/main" id="{A37E785E-AE19-6EDE-282A-1A917562A94E}"/>
              </a:ext>
            </a:extLst>
          </p:cNvPr>
          <p:cNvSpPr txBox="1"/>
          <p:nvPr/>
        </p:nvSpPr>
        <p:spPr>
          <a:xfrm>
            <a:off x="6060961" y="4956264"/>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Tracking Performance</a:t>
            </a:r>
            <a:endParaRPr lang="en-US" sz="2400" b="1" dirty="0"/>
          </a:p>
        </p:txBody>
      </p:sp>
      <p:sp>
        <p:nvSpPr>
          <p:cNvPr id="19" name="TextBox 18">
            <a:extLst>
              <a:ext uri="{FF2B5EF4-FFF2-40B4-BE49-F238E27FC236}">
                <a16:creationId xmlns:a16="http://schemas.microsoft.com/office/drawing/2014/main" id="{F97C980D-3516-B2E4-2D7D-BE68D353CD38}"/>
              </a:ext>
            </a:extLst>
          </p:cNvPr>
          <p:cNvSpPr txBox="1"/>
          <p:nvPr/>
        </p:nvSpPr>
        <p:spPr>
          <a:xfrm>
            <a:off x="6060960" y="5863143"/>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Continuous Retraining</a:t>
            </a:r>
            <a:endParaRPr lang="en-US" sz="2400" b="1" dirty="0"/>
          </a:p>
        </p:txBody>
      </p:sp>
      <p:sp>
        <p:nvSpPr>
          <p:cNvPr id="5" name="TextBox 4">
            <a:extLst>
              <a:ext uri="{FF2B5EF4-FFF2-40B4-BE49-F238E27FC236}">
                <a16:creationId xmlns:a16="http://schemas.microsoft.com/office/drawing/2014/main" id="{AB542CCB-4EE3-32BC-9278-468498BC63BB}"/>
              </a:ext>
            </a:extLst>
          </p:cNvPr>
          <p:cNvSpPr txBox="1"/>
          <p:nvPr/>
        </p:nvSpPr>
        <p:spPr>
          <a:xfrm>
            <a:off x="9042288" y="4356099"/>
            <a:ext cx="2959157" cy="830997"/>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Real Time Fraud Detection</a:t>
            </a:r>
            <a:endParaRPr lang="en-US" sz="2400" b="1" dirty="0"/>
          </a:p>
        </p:txBody>
      </p:sp>
      <p:pic>
        <p:nvPicPr>
          <p:cNvPr id="23" name="Picture 22" descr="A graphic of a target with arrows and coins&#10;&#10;AI-generated content may be incorrect.">
            <a:extLst>
              <a:ext uri="{FF2B5EF4-FFF2-40B4-BE49-F238E27FC236}">
                <a16:creationId xmlns:a16="http://schemas.microsoft.com/office/drawing/2014/main" id="{CD401BA7-CED2-91AE-79DD-441B2E0CB1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36520" y="2933021"/>
            <a:ext cx="928986" cy="928986"/>
          </a:xfrm>
          <a:prstGeom prst="rect">
            <a:avLst/>
          </a:prstGeom>
        </p:spPr>
      </p:pic>
      <p:sp>
        <p:nvSpPr>
          <p:cNvPr id="24" name="TextBox 23">
            <a:extLst>
              <a:ext uri="{FF2B5EF4-FFF2-40B4-BE49-F238E27FC236}">
                <a16:creationId xmlns:a16="http://schemas.microsoft.com/office/drawing/2014/main" id="{A524F040-2BF7-8268-770B-C623C52602F3}"/>
              </a:ext>
            </a:extLst>
          </p:cNvPr>
          <p:cNvSpPr txBox="1"/>
          <p:nvPr/>
        </p:nvSpPr>
        <p:spPr>
          <a:xfrm>
            <a:off x="9147007" y="5273060"/>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Faster Investigation</a:t>
            </a:r>
            <a:endParaRPr lang="en-US" sz="2400" b="1" dirty="0"/>
          </a:p>
        </p:txBody>
      </p:sp>
      <p:sp>
        <p:nvSpPr>
          <p:cNvPr id="25" name="TextBox 24">
            <a:extLst>
              <a:ext uri="{FF2B5EF4-FFF2-40B4-BE49-F238E27FC236}">
                <a16:creationId xmlns:a16="http://schemas.microsoft.com/office/drawing/2014/main" id="{68EF72A5-7641-B5E5-EFEF-F65F0F2BACE7}"/>
              </a:ext>
            </a:extLst>
          </p:cNvPr>
          <p:cNvSpPr txBox="1"/>
          <p:nvPr/>
        </p:nvSpPr>
        <p:spPr>
          <a:xfrm>
            <a:off x="9188443" y="5997773"/>
            <a:ext cx="2959157" cy="461665"/>
          </a:xfrm>
          <a:prstGeom prst="rect">
            <a:avLst/>
          </a:prstGeom>
          <a:noFill/>
        </p:spPr>
        <p:txBody>
          <a:bodyPr wrap="square">
            <a:spAutoFit/>
          </a:bodyPr>
          <a:lstStyle/>
          <a:p>
            <a:pPr algn="ctr"/>
            <a:r>
              <a:rPr lang="en-US" sz="2400" b="1" dirty="0">
                <a:solidFill>
                  <a:srgbClr val="000000"/>
                </a:solidFill>
                <a:latin typeface="Aptos" panose="020B0004020202020204" pitchFamily="34" charset="0"/>
                <a:ea typeface="Aptos" panose="020B0004020202020204" pitchFamily="34" charset="0"/>
                <a:cs typeface="Times New Roman" panose="02020603050405020304" pitchFamily="18" charset="0"/>
              </a:rPr>
              <a:t>Explainable Results</a:t>
            </a:r>
            <a:endParaRPr lang="en-US" sz="2400" b="1" dirty="0"/>
          </a:p>
        </p:txBody>
      </p:sp>
      <p:sp>
        <p:nvSpPr>
          <p:cNvPr id="20" name="TextBox 19">
            <a:extLst>
              <a:ext uri="{FF2B5EF4-FFF2-40B4-BE49-F238E27FC236}">
                <a16:creationId xmlns:a16="http://schemas.microsoft.com/office/drawing/2014/main" id="{AA5467E0-821F-DDE5-89D9-80C6910354E8}"/>
              </a:ext>
            </a:extLst>
          </p:cNvPr>
          <p:cNvSpPr txBox="1"/>
          <p:nvPr/>
        </p:nvSpPr>
        <p:spPr>
          <a:xfrm>
            <a:off x="479425" y="206367"/>
            <a:ext cx="6115050" cy="646331"/>
          </a:xfrm>
          <a:prstGeom prst="rect">
            <a:avLst/>
          </a:prstGeom>
          <a:noFill/>
        </p:spPr>
        <p:txBody>
          <a:bodyPr wrap="square">
            <a:spAutoFit/>
          </a:bodyPr>
          <a:lstStyle/>
          <a:p>
            <a:r>
              <a:rPr lang="en-US" sz="3600" b="1" dirty="0"/>
              <a:t>Solution Deployment Plan</a:t>
            </a:r>
          </a:p>
        </p:txBody>
      </p:sp>
    </p:spTree>
    <p:extLst>
      <p:ext uri="{BB962C8B-B14F-4D97-AF65-F5344CB8AC3E}">
        <p14:creationId xmlns:p14="http://schemas.microsoft.com/office/powerpoint/2010/main" val="102869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3F41CEC-7E17-DBF3-FD81-199D021B0FA2}"/>
              </a:ext>
            </a:extLst>
          </p:cNvPr>
          <p:cNvSpPr>
            <a:spLocks noGrp="1"/>
          </p:cNvSpPr>
          <p:nvPr>
            <p:ph type="title"/>
          </p:nvPr>
        </p:nvSpPr>
        <p:spPr>
          <a:xfrm>
            <a:off x="1371597" y="348865"/>
            <a:ext cx="10044023" cy="877729"/>
          </a:xfrm>
        </p:spPr>
        <p:txBody>
          <a:bodyPr anchor="ctr">
            <a:normAutofit/>
          </a:bodyPr>
          <a:lstStyle/>
          <a:p>
            <a:r>
              <a:rPr lang="en-US" sz="4000" b="1" dirty="0">
                <a:solidFill>
                  <a:srgbClr val="FFFFFF"/>
                </a:solidFill>
                <a:latin typeface="Aptos"/>
              </a:rPr>
              <a:t>Next Steps</a:t>
            </a:r>
            <a:endParaRPr lang="en-US" sz="4000" dirty="0">
              <a:solidFill>
                <a:srgbClr val="FFFFFF"/>
              </a:solidFill>
            </a:endParaRPr>
          </a:p>
        </p:txBody>
      </p:sp>
      <p:graphicFrame>
        <p:nvGraphicFramePr>
          <p:cNvPr id="54" name="Content Placeholder 2">
            <a:extLst>
              <a:ext uri="{FF2B5EF4-FFF2-40B4-BE49-F238E27FC236}">
                <a16:creationId xmlns:a16="http://schemas.microsoft.com/office/drawing/2014/main" id="{E86EDE5F-9E51-F848-3498-3A369393EC98}"/>
              </a:ext>
            </a:extLst>
          </p:cNvPr>
          <p:cNvGraphicFramePr>
            <a:graphicFrameLocks noGrp="1"/>
          </p:cNvGraphicFramePr>
          <p:nvPr>
            <p:ph idx="1"/>
            <p:extLst>
              <p:ext uri="{D42A27DB-BD31-4B8C-83A1-F6EECF244321}">
                <p14:modId xmlns:p14="http://schemas.microsoft.com/office/powerpoint/2010/main" val="115461636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43085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76C571-2491-D43A-36DC-A9544F42EAE9}"/>
              </a:ext>
            </a:extLst>
          </p:cNvPr>
          <p:cNvSpPr>
            <a:spLocks noGrp="1"/>
          </p:cNvSpPr>
          <p:nvPr>
            <p:ph type="title"/>
          </p:nvPr>
        </p:nvSpPr>
        <p:spPr>
          <a:xfrm>
            <a:off x="838200" y="1748452"/>
            <a:ext cx="4974771" cy="3587786"/>
          </a:xfrm>
        </p:spPr>
        <p:txBody>
          <a:bodyPr>
            <a:normAutofit/>
          </a:bodyPr>
          <a:lstStyle/>
          <a:p>
            <a:pPr algn="ctr"/>
            <a:r>
              <a:rPr lang="en-US">
                <a:solidFill>
                  <a:schemeClr val="bg1"/>
                </a:solidFill>
              </a:rPr>
              <a:t>Contact</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87F8BCE4-982E-2873-D82B-2083260874E4}"/>
              </a:ext>
            </a:extLst>
          </p:cNvPr>
          <p:cNvSpPr>
            <a:spLocks noGrp="1"/>
          </p:cNvSpPr>
          <p:nvPr>
            <p:ph idx="1"/>
          </p:nvPr>
        </p:nvSpPr>
        <p:spPr>
          <a:xfrm>
            <a:off x="6477270" y="1130846"/>
            <a:ext cx="4974771" cy="4351338"/>
          </a:xfrm>
        </p:spPr>
        <p:txBody>
          <a:bodyPr>
            <a:normAutofit/>
          </a:bodyPr>
          <a:lstStyle/>
          <a:p>
            <a:pPr marL="0" indent="0">
              <a:buNone/>
            </a:pPr>
            <a:r>
              <a:rPr lang="en-US" dirty="0">
                <a:solidFill>
                  <a:schemeClr val="bg1"/>
                </a:solidFill>
              </a:rPr>
              <a:t>Sheshma Jaganathan</a:t>
            </a:r>
          </a:p>
          <a:p>
            <a:endParaRPr lang="en-US" dirty="0">
              <a:solidFill>
                <a:schemeClr val="bg1"/>
              </a:solidFill>
            </a:endParaRPr>
          </a:p>
          <a:p>
            <a:endParaRPr lang="en-US" dirty="0">
              <a:solidFill>
                <a:schemeClr val="bg1"/>
              </a:solidFill>
            </a:endParaRPr>
          </a:p>
          <a:p>
            <a:pPr marL="0" indent="0">
              <a:buNone/>
            </a:pPr>
            <a:endParaRPr lang="en-US" dirty="0">
              <a:solidFill>
                <a:schemeClr val="bg1"/>
              </a:solidFill>
            </a:endParaRPr>
          </a:p>
        </p:txBody>
      </p:sp>
    </p:spTree>
    <p:extLst>
      <p:ext uri="{BB962C8B-B14F-4D97-AF65-F5344CB8AC3E}">
        <p14:creationId xmlns:p14="http://schemas.microsoft.com/office/powerpoint/2010/main" val="144263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8DDA986-B6EE-4642-AC60-0490373E6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0B62878-12EF-4E97-A284-47BAFC30D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79188D-1ED5-4705-B8C7-5D6FB7670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514" y="685800"/>
            <a:ext cx="10800972"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81CB24E-1B55-9335-CF1E-85F37CDF04D6}"/>
              </a:ext>
            </a:extLst>
          </p:cNvPr>
          <p:cNvSpPr>
            <a:spLocks noGrp="1"/>
          </p:cNvSpPr>
          <p:nvPr>
            <p:ph idx="1"/>
          </p:nvPr>
        </p:nvSpPr>
        <p:spPr>
          <a:xfrm>
            <a:off x="3355954" y="2147983"/>
            <a:ext cx="8959892" cy="3169482"/>
          </a:xfrm>
        </p:spPr>
        <p:txBody>
          <a:bodyPr anchor="t">
            <a:normAutofit/>
          </a:bodyPr>
          <a:lstStyle/>
          <a:p>
            <a:pPr marL="0" indent="0">
              <a:buNone/>
            </a:pPr>
            <a:r>
              <a:rPr lang="en-US" sz="3600" dirty="0">
                <a:solidFill>
                  <a:schemeClr val="bg1"/>
                </a:solidFill>
              </a:rPr>
              <a:t>THANK YOU!!</a:t>
            </a:r>
          </a:p>
        </p:txBody>
      </p:sp>
    </p:spTree>
    <p:extLst>
      <p:ext uri="{BB962C8B-B14F-4D97-AF65-F5344CB8AC3E}">
        <p14:creationId xmlns:p14="http://schemas.microsoft.com/office/powerpoint/2010/main" val="2006055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2267</TotalTime>
  <Words>803</Words>
  <Application>Microsoft Office PowerPoint</Application>
  <PresentationFormat>Widescreen</PresentationFormat>
  <Paragraphs>187</Paragraphs>
  <Slides>33</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Aptos</vt:lpstr>
      <vt:lpstr>Aptos Display</vt:lpstr>
      <vt:lpstr>Arial</vt:lpstr>
      <vt:lpstr>office theme</vt:lpstr>
      <vt:lpstr> </vt:lpstr>
      <vt:lpstr>About InsureCo</vt:lpstr>
      <vt:lpstr>PowerPoint Presentation</vt:lpstr>
      <vt:lpstr>PowerPoint Presentation</vt:lpstr>
      <vt:lpstr>PowerPoint Presentation</vt:lpstr>
      <vt:lpstr>Predictive Fraud Detection Partnership</vt:lpstr>
      <vt:lpstr>PowerPoint Presentation</vt:lpstr>
      <vt:lpstr>PowerPoint Presentation</vt:lpstr>
      <vt:lpstr>PowerPoint Presentation</vt:lpstr>
      <vt:lpstr>About Data…</vt:lpstr>
      <vt:lpstr>Issues with data and how we resolved..</vt:lpstr>
      <vt:lpstr>PowerPoint Presentation</vt:lpstr>
      <vt:lpstr>Model selection Strategy</vt:lpstr>
      <vt:lpstr>The goal is to </vt:lpstr>
      <vt:lpstr>Insights We  Uncoverd..</vt:lpstr>
      <vt:lpstr>Fraud patterns across policy features and Claims attributes? </vt:lpstr>
      <vt:lpstr>Customer Attributes vs fraud?</vt:lpstr>
      <vt:lpstr>Feature Importance Analysis </vt:lpstr>
      <vt:lpstr>Expected Business Impact</vt:lpstr>
      <vt:lpstr>OPERATIONAL IMPACT ON BUSINESS </vt:lpstr>
      <vt:lpstr>Financial Business Impact</vt:lpstr>
      <vt:lpstr>Model Cost Comparision</vt:lpstr>
      <vt:lpstr>PowerPoint Presentation</vt:lpstr>
      <vt:lpstr>Strategic Business Impact: </vt:lpstr>
      <vt:lpstr>PowerPoint Presentation</vt:lpstr>
      <vt:lpstr>PowerPoint Presentation</vt:lpstr>
      <vt:lpstr>PowerPoint Presentation</vt:lpstr>
      <vt:lpstr>PowerPoint Presentation</vt:lpstr>
      <vt:lpstr>PowerPoint Presentation</vt:lpstr>
      <vt:lpstr>PowerPoint Presentation</vt:lpstr>
      <vt:lpstr>Next Steps</vt:lpstr>
      <vt:lpstr>Contact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Sheshma Sandeep</cp:lastModifiedBy>
  <cp:revision>41</cp:revision>
  <dcterms:created xsi:type="dcterms:W3CDTF">2013-07-15T20:26:40Z</dcterms:created>
  <dcterms:modified xsi:type="dcterms:W3CDTF">2025-10-20T18:06:20Z</dcterms:modified>
</cp:coreProperties>
</file>